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75" r:id="rId6"/>
    <p:sldId id="262" r:id="rId7"/>
    <p:sldId id="259" r:id="rId8"/>
    <p:sldId id="276" r:id="rId9"/>
    <p:sldId id="263" r:id="rId10"/>
    <p:sldId id="268" r:id="rId11"/>
    <p:sldId id="267" r:id="rId12"/>
    <p:sldId id="271" r:id="rId13"/>
    <p:sldId id="272" r:id="rId14"/>
    <p:sldId id="273" r:id="rId15"/>
    <p:sldId id="269" r:id="rId16"/>
    <p:sldId id="274" r:id="rId17"/>
    <p:sldId id="277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85967B-B6D6-4A98-A858-6439AF065F22}" v="8" dt="2026-07-18T18:46:31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Gontijo" userId="3135c2a9333c642c" providerId="LiveId" clId="{5B96D2F7-9ADB-4623-B291-A498CDF8A31A}"/>
    <pc:docChg chg="undo custSel addSld delSld modSld sldOrd">
      <pc:chgData name="Daniel Gontijo" userId="3135c2a9333c642c" providerId="LiveId" clId="{5B96D2F7-9ADB-4623-B291-A498CDF8A31A}" dt="2026-07-18T20:42:49.853" v="7117" actId="22"/>
      <pc:docMkLst>
        <pc:docMk/>
      </pc:docMkLst>
      <pc:sldChg chg="addSp delSp modSp mod">
        <pc:chgData name="Daniel Gontijo" userId="3135c2a9333c642c" providerId="LiveId" clId="{5B96D2F7-9ADB-4623-B291-A498CDF8A31A}" dt="2026-07-18T20:40:55.098" v="6947" actId="20577"/>
        <pc:sldMkLst>
          <pc:docMk/>
          <pc:sldMk cId="768233561" sldId="256"/>
        </pc:sldMkLst>
        <pc:spChg chg="mod">
          <ac:chgData name="Daniel Gontijo" userId="3135c2a9333c642c" providerId="LiveId" clId="{5B96D2F7-9ADB-4623-B291-A498CDF8A31A}" dt="2026-07-18T20:09:31.255" v="5811" actId="1076"/>
          <ac:spMkLst>
            <pc:docMk/>
            <pc:sldMk cId="768233561" sldId="256"/>
            <ac:spMk id="4" creationId="{40A61195-6CEF-7DE1-2CB4-135CBF1AD30E}"/>
          </ac:spMkLst>
        </pc:spChg>
        <pc:spChg chg="del">
          <ac:chgData name="Daniel Gontijo" userId="3135c2a9333c642c" providerId="LiveId" clId="{5B96D2F7-9ADB-4623-B291-A498CDF8A31A}" dt="2026-07-18T19:04:28.045" v="1471" actId="478"/>
          <ac:spMkLst>
            <pc:docMk/>
            <pc:sldMk cId="768233561" sldId="256"/>
            <ac:spMk id="8" creationId="{12DDA28F-44E3-A01A-0C0C-C0C2773EBBC5}"/>
          </ac:spMkLst>
        </pc:spChg>
        <pc:spChg chg="add del mod">
          <ac:chgData name="Daniel Gontijo" userId="3135c2a9333c642c" providerId="LiveId" clId="{5B96D2F7-9ADB-4623-B291-A498CDF8A31A}" dt="2026-07-18T20:09:31.255" v="5811" actId="1076"/>
          <ac:spMkLst>
            <pc:docMk/>
            <pc:sldMk cId="768233561" sldId="256"/>
            <ac:spMk id="10" creationId="{19B0C936-DF1A-C716-9578-CE49908E22CA}"/>
          </ac:spMkLst>
        </pc:spChg>
        <pc:spChg chg="del">
          <ac:chgData name="Daniel Gontijo" userId="3135c2a9333c642c" providerId="LiveId" clId="{5B96D2F7-9ADB-4623-B291-A498CDF8A31A}" dt="2026-07-18T19:04:30.613" v="1473" actId="478"/>
          <ac:spMkLst>
            <pc:docMk/>
            <pc:sldMk cId="768233561" sldId="256"/>
            <ac:spMk id="12" creationId="{B012665A-0B0B-A097-BDDA-E7A1019B24CE}"/>
          </ac:spMkLst>
        </pc:spChg>
        <pc:spChg chg="add mod">
          <ac:chgData name="Daniel Gontijo" userId="3135c2a9333c642c" providerId="LiveId" clId="{5B96D2F7-9ADB-4623-B291-A498CDF8A31A}" dt="2026-07-18T20:09:31.255" v="5811" actId="1076"/>
          <ac:spMkLst>
            <pc:docMk/>
            <pc:sldMk cId="768233561" sldId="256"/>
            <ac:spMk id="14" creationId="{0E64C515-AF9B-04D2-A889-1E1C76CBC4B8}"/>
          </ac:spMkLst>
        </pc:spChg>
        <pc:spChg chg="add mod">
          <ac:chgData name="Daniel Gontijo" userId="3135c2a9333c642c" providerId="LiveId" clId="{5B96D2F7-9ADB-4623-B291-A498CDF8A31A}" dt="2026-07-18T20:40:55.098" v="6947" actId="20577"/>
          <ac:spMkLst>
            <pc:docMk/>
            <pc:sldMk cId="768233561" sldId="256"/>
            <ac:spMk id="16" creationId="{E394F7AE-CDF3-E63F-E1C5-FDF711420844}"/>
          </ac:spMkLst>
        </pc:spChg>
        <pc:spChg chg="add mod">
          <ac:chgData name="Daniel Gontijo" userId="3135c2a9333c642c" providerId="LiveId" clId="{5B96D2F7-9ADB-4623-B291-A498CDF8A31A}" dt="2026-07-18T20:09:33.211" v="5812" actId="1076"/>
          <ac:spMkLst>
            <pc:docMk/>
            <pc:sldMk cId="768233561" sldId="256"/>
            <ac:spMk id="18" creationId="{6497FA1A-9396-C2D2-8081-8B3F8E22DCE5}"/>
          </ac:spMkLst>
        </pc:spChg>
      </pc:sldChg>
      <pc:sldChg chg="addSp delSp modSp mod">
        <pc:chgData name="Daniel Gontijo" userId="3135c2a9333c642c" providerId="LiveId" clId="{5B96D2F7-9ADB-4623-B291-A498CDF8A31A}" dt="2026-07-18T20:42:48.144" v="7116" actId="1076"/>
        <pc:sldMkLst>
          <pc:docMk/>
          <pc:sldMk cId="428690508" sldId="257"/>
        </pc:sldMkLst>
        <pc:spChg chg="mod">
          <ac:chgData name="Daniel Gontijo" userId="3135c2a9333c642c" providerId="LiveId" clId="{5B96D2F7-9ADB-4623-B291-A498CDF8A31A}" dt="2026-07-18T19:18:53.975" v="2047" actId="1035"/>
          <ac:spMkLst>
            <pc:docMk/>
            <pc:sldMk cId="428690508" sldId="257"/>
            <ac:spMk id="3" creationId="{4DA37D84-9923-9BED-3AC3-4559F3A8A922}"/>
          </ac:spMkLst>
        </pc:spChg>
        <pc:spChg chg="add mod">
          <ac:chgData name="Daniel Gontijo" userId="3135c2a9333c642c" providerId="LiveId" clId="{5B96D2F7-9ADB-4623-B291-A498CDF8A31A}" dt="2026-07-18T20:42:48.144" v="7116" actId="1076"/>
          <ac:spMkLst>
            <pc:docMk/>
            <pc:sldMk cId="428690508" sldId="257"/>
            <ac:spMk id="4" creationId="{A3FDE772-288D-AFFA-9342-3D3113F9F4E1}"/>
          </ac:spMkLst>
        </pc:spChg>
        <pc:spChg chg="del">
          <ac:chgData name="Daniel Gontijo" userId="3135c2a9333c642c" providerId="LiveId" clId="{5B96D2F7-9ADB-4623-B291-A498CDF8A31A}" dt="2026-07-18T18:17:36.050" v="20" actId="478"/>
          <ac:spMkLst>
            <pc:docMk/>
            <pc:sldMk cId="428690508" sldId="257"/>
            <ac:spMk id="7" creationId="{19B476B4-8959-7E2E-3C73-58C6181B22F3}"/>
          </ac:spMkLst>
        </pc:spChg>
        <pc:spChg chg="del mod">
          <ac:chgData name="Daniel Gontijo" userId="3135c2a9333c642c" providerId="LiveId" clId="{5B96D2F7-9ADB-4623-B291-A498CDF8A31A}" dt="2026-07-18T18:17:53.346" v="26" actId="478"/>
          <ac:spMkLst>
            <pc:docMk/>
            <pc:sldMk cId="428690508" sldId="257"/>
            <ac:spMk id="11" creationId="{04477B2D-88B4-C721-2233-BBE75888A6D4}"/>
          </ac:spMkLst>
        </pc:spChg>
        <pc:spChg chg="mod">
          <ac:chgData name="Daniel Gontijo" userId="3135c2a9333c642c" providerId="LiveId" clId="{5B96D2F7-9ADB-4623-B291-A498CDF8A31A}" dt="2026-07-18T19:18:53.975" v="2047" actId="1035"/>
          <ac:spMkLst>
            <pc:docMk/>
            <pc:sldMk cId="428690508" sldId="257"/>
            <ac:spMk id="13" creationId="{2E88D132-72AC-6B8C-7EAE-5570F382C382}"/>
          </ac:spMkLst>
        </pc:spChg>
        <pc:spChg chg="mod">
          <ac:chgData name="Daniel Gontijo" userId="3135c2a9333c642c" providerId="LiveId" clId="{5B96D2F7-9ADB-4623-B291-A498CDF8A31A}" dt="2026-07-18T19:55:39.531" v="4759" actId="20577"/>
          <ac:spMkLst>
            <pc:docMk/>
            <pc:sldMk cId="428690508" sldId="257"/>
            <ac:spMk id="16" creationId="{432D0911-9160-142C-76C1-C8DA96EBC255}"/>
          </ac:spMkLst>
        </pc:spChg>
        <pc:spChg chg="mod">
          <ac:chgData name="Daniel Gontijo" userId="3135c2a9333c642c" providerId="LiveId" clId="{5B96D2F7-9ADB-4623-B291-A498CDF8A31A}" dt="2026-07-18T18:44:46.078" v="463" actId="1037"/>
          <ac:spMkLst>
            <pc:docMk/>
            <pc:sldMk cId="428690508" sldId="257"/>
            <ac:spMk id="17" creationId="{9F0AD360-CD65-3605-D51A-F729F7FA2913}"/>
          </ac:spMkLst>
        </pc:spChg>
        <pc:spChg chg="mod">
          <ac:chgData name="Daniel Gontijo" userId="3135c2a9333c642c" providerId="LiveId" clId="{5B96D2F7-9ADB-4623-B291-A498CDF8A31A}" dt="2026-07-18T19:18:53.975" v="2047" actId="1035"/>
          <ac:spMkLst>
            <pc:docMk/>
            <pc:sldMk cId="428690508" sldId="257"/>
            <ac:spMk id="19" creationId="{CDAA675C-360E-578F-4EDC-D6F34696E3D7}"/>
          </ac:spMkLst>
        </pc:spChg>
        <pc:spChg chg="mod">
          <ac:chgData name="Daniel Gontijo" userId="3135c2a9333c642c" providerId="LiveId" clId="{5B96D2F7-9ADB-4623-B291-A498CDF8A31A}" dt="2026-07-18T19:18:53.975" v="2047" actId="1035"/>
          <ac:spMkLst>
            <pc:docMk/>
            <pc:sldMk cId="428690508" sldId="257"/>
            <ac:spMk id="22" creationId="{DA203105-CD06-3B04-0376-1E5FA9DD738A}"/>
          </ac:spMkLst>
        </pc:spChg>
        <pc:spChg chg="mod">
          <ac:chgData name="Daniel Gontijo" userId="3135c2a9333c642c" providerId="LiveId" clId="{5B96D2F7-9ADB-4623-B291-A498CDF8A31A}" dt="2026-07-18T19:18:53.975" v="2047" actId="1035"/>
          <ac:spMkLst>
            <pc:docMk/>
            <pc:sldMk cId="428690508" sldId="257"/>
            <ac:spMk id="24" creationId="{28CB3606-3A01-5CC6-D96E-8A26EE7B147D}"/>
          </ac:spMkLst>
        </pc:spChg>
        <pc:spChg chg="add del mod">
          <ac:chgData name="Daniel Gontijo" userId="3135c2a9333c642c" providerId="LiveId" clId="{5B96D2F7-9ADB-4623-B291-A498CDF8A31A}" dt="2026-07-18T19:56:19.113" v="4807" actId="478"/>
          <ac:spMkLst>
            <pc:docMk/>
            <pc:sldMk cId="428690508" sldId="257"/>
            <ac:spMk id="26" creationId="{39501890-61FE-9657-528D-227B7517B85E}"/>
          </ac:spMkLst>
        </pc:spChg>
        <pc:spChg chg="mod">
          <ac:chgData name="Daniel Gontijo" userId="3135c2a9333c642c" providerId="LiveId" clId="{5B96D2F7-9ADB-4623-B291-A498CDF8A31A}" dt="2026-07-18T18:44:46.078" v="463" actId="1037"/>
          <ac:spMkLst>
            <pc:docMk/>
            <pc:sldMk cId="428690508" sldId="257"/>
            <ac:spMk id="28" creationId="{83CE5079-9DA0-4108-AA36-D0EE76EBD1A6}"/>
          </ac:spMkLst>
        </pc:spChg>
        <pc:spChg chg="mod">
          <ac:chgData name="Daniel Gontijo" userId="3135c2a9333c642c" providerId="LiveId" clId="{5B96D2F7-9ADB-4623-B291-A498CDF8A31A}" dt="2026-07-18T18:58:37.624" v="1088" actId="1076"/>
          <ac:spMkLst>
            <pc:docMk/>
            <pc:sldMk cId="428690508" sldId="257"/>
            <ac:spMk id="30" creationId="{EC50CF5D-8265-D603-2763-FC260DBDE5FA}"/>
          </ac:spMkLst>
        </pc:spChg>
        <pc:spChg chg="mod">
          <ac:chgData name="Daniel Gontijo" userId="3135c2a9333c642c" providerId="LiveId" clId="{5B96D2F7-9ADB-4623-B291-A498CDF8A31A}" dt="2026-07-18T19:18:53.975" v="2047" actId="1035"/>
          <ac:spMkLst>
            <pc:docMk/>
            <pc:sldMk cId="428690508" sldId="257"/>
            <ac:spMk id="32" creationId="{F20F5103-A18F-74BF-38F2-9352378B87F2}"/>
          </ac:spMkLst>
        </pc:spChg>
        <pc:spChg chg="add del mod">
          <ac:chgData name="Daniel Gontijo" userId="3135c2a9333c642c" providerId="LiveId" clId="{5B96D2F7-9ADB-4623-B291-A498CDF8A31A}" dt="2026-07-18T19:07:47.847" v="1645" actId="14100"/>
          <ac:spMkLst>
            <pc:docMk/>
            <pc:sldMk cId="428690508" sldId="257"/>
            <ac:spMk id="34" creationId="{388AE8B9-75EB-4CAA-126E-B7C21F38FBDB}"/>
          </ac:spMkLst>
        </pc:spChg>
        <pc:spChg chg="add mod">
          <ac:chgData name="Daniel Gontijo" userId="3135c2a9333c642c" providerId="LiveId" clId="{5B96D2F7-9ADB-4623-B291-A498CDF8A31A}" dt="2026-07-18T19:18:53.975" v="2047" actId="1035"/>
          <ac:spMkLst>
            <pc:docMk/>
            <pc:sldMk cId="428690508" sldId="257"/>
            <ac:spMk id="36" creationId="{EA54D84A-B9E5-8CCE-AD44-875C0EE1030A}"/>
          </ac:spMkLst>
        </pc:spChg>
        <pc:spChg chg="add del">
          <ac:chgData name="Daniel Gontijo" userId="3135c2a9333c642c" providerId="LiveId" clId="{5B96D2F7-9ADB-4623-B291-A498CDF8A31A}" dt="2026-07-18T18:44:06.861" v="397" actId="478"/>
          <ac:spMkLst>
            <pc:docMk/>
            <pc:sldMk cId="428690508" sldId="257"/>
            <ac:spMk id="43" creationId="{2B11C880-87DA-AC42-AFD7-154938780793}"/>
          </ac:spMkLst>
        </pc:spChg>
        <pc:spChg chg="add mod">
          <ac:chgData name="Daniel Gontijo" userId="3135c2a9333c642c" providerId="LiveId" clId="{5B96D2F7-9ADB-4623-B291-A498CDF8A31A}" dt="2026-07-18T18:44:46.078" v="463" actId="1037"/>
          <ac:spMkLst>
            <pc:docMk/>
            <pc:sldMk cId="428690508" sldId="257"/>
            <ac:spMk id="48" creationId="{7953012A-E0D5-BE4D-25EB-ACF04A52E264}"/>
          </ac:spMkLst>
        </pc:spChg>
        <pc:spChg chg="add mod">
          <ac:chgData name="Daniel Gontijo" userId="3135c2a9333c642c" providerId="LiveId" clId="{5B96D2F7-9ADB-4623-B291-A498CDF8A31A}" dt="2026-07-18T20:18:55.242" v="6193" actId="1076"/>
          <ac:spMkLst>
            <pc:docMk/>
            <pc:sldMk cId="428690508" sldId="257"/>
            <ac:spMk id="50" creationId="{8D58129C-78AA-8365-FE9E-419417EE1433}"/>
          </ac:spMkLst>
        </pc:spChg>
        <pc:spChg chg="add mod">
          <ac:chgData name="Daniel Gontijo" userId="3135c2a9333c642c" providerId="LiveId" clId="{5B96D2F7-9ADB-4623-B291-A498CDF8A31A}" dt="2026-07-18T20:18:55.242" v="6193" actId="1076"/>
          <ac:spMkLst>
            <pc:docMk/>
            <pc:sldMk cId="428690508" sldId="257"/>
            <ac:spMk id="52" creationId="{46568140-9900-199F-0CE5-FEA3BD6BDF7B}"/>
          </ac:spMkLst>
        </pc:spChg>
        <pc:spChg chg="add mod">
          <ac:chgData name="Daniel Gontijo" userId="3135c2a9333c642c" providerId="LiveId" clId="{5B96D2F7-9ADB-4623-B291-A498CDF8A31A}" dt="2026-07-18T20:18:55.242" v="6193" actId="1076"/>
          <ac:spMkLst>
            <pc:docMk/>
            <pc:sldMk cId="428690508" sldId="257"/>
            <ac:spMk id="54" creationId="{ED0F1AAC-53FB-68F9-FCCB-0D1331F5D1FD}"/>
          </ac:spMkLst>
        </pc:spChg>
        <pc:spChg chg="add mod">
          <ac:chgData name="Daniel Gontijo" userId="3135c2a9333c642c" providerId="LiveId" clId="{5B96D2F7-9ADB-4623-B291-A498CDF8A31A}" dt="2026-07-18T20:18:55.242" v="6193" actId="1076"/>
          <ac:spMkLst>
            <pc:docMk/>
            <pc:sldMk cId="428690508" sldId="257"/>
            <ac:spMk id="56" creationId="{2B3084EB-7F27-A833-A4CF-84ECB3497A73}"/>
          </ac:spMkLst>
        </pc:spChg>
        <pc:spChg chg="add mod">
          <ac:chgData name="Daniel Gontijo" userId="3135c2a9333c642c" providerId="LiveId" clId="{5B96D2F7-9ADB-4623-B291-A498CDF8A31A}" dt="2026-07-18T20:18:55.242" v="6193" actId="1076"/>
          <ac:spMkLst>
            <pc:docMk/>
            <pc:sldMk cId="428690508" sldId="257"/>
            <ac:spMk id="58" creationId="{FAC795D8-6D3B-FB48-A02A-4F7EB2F05486}"/>
          </ac:spMkLst>
        </pc:spChg>
        <pc:spChg chg="add mod">
          <ac:chgData name="Daniel Gontijo" userId="3135c2a9333c642c" providerId="LiveId" clId="{5B96D2F7-9ADB-4623-B291-A498CDF8A31A}" dt="2026-07-18T19:08:19.934" v="1654" actId="1076"/>
          <ac:spMkLst>
            <pc:docMk/>
            <pc:sldMk cId="428690508" sldId="257"/>
            <ac:spMk id="60" creationId="{C5CAD256-124A-3C03-DF17-3E7E942A642C}"/>
          </ac:spMkLst>
        </pc:spChg>
        <pc:spChg chg="add del mod">
          <ac:chgData name="Daniel Gontijo" userId="3135c2a9333c642c" providerId="LiveId" clId="{5B96D2F7-9ADB-4623-B291-A498CDF8A31A}" dt="2026-07-18T19:03:13.877" v="1394" actId="478"/>
          <ac:spMkLst>
            <pc:docMk/>
            <pc:sldMk cId="428690508" sldId="257"/>
            <ac:spMk id="62" creationId="{3C26ADDD-1A6B-BBE5-5289-60D3627DCF52}"/>
          </ac:spMkLst>
        </pc:spChg>
        <pc:spChg chg="add mod">
          <ac:chgData name="Daniel Gontijo" userId="3135c2a9333c642c" providerId="LiveId" clId="{5B96D2F7-9ADB-4623-B291-A498CDF8A31A}" dt="2026-07-18T20:18:55.242" v="6193" actId="1076"/>
          <ac:spMkLst>
            <pc:docMk/>
            <pc:sldMk cId="428690508" sldId="257"/>
            <ac:spMk id="64" creationId="{4A4EDFC2-D4A8-5808-4227-9A2049300AC8}"/>
          </ac:spMkLst>
        </pc:spChg>
        <pc:spChg chg="add mod">
          <ac:chgData name="Daniel Gontijo" userId="3135c2a9333c642c" providerId="LiveId" clId="{5B96D2F7-9ADB-4623-B291-A498CDF8A31A}" dt="2026-07-18T19:18:53.975" v="2047" actId="1035"/>
          <ac:spMkLst>
            <pc:docMk/>
            <pc:sldMk cId="428690508" sldId="257"/>
            <ac:spMk id="66" creationId="{C9BDE0B6-42CB-7316-2B09-48BA4A8EC4C3}"/>
          </ac:spMkLst>
        </pc:spChg>
        <pc:spChg chg="add mod">
          <ac:chgData name="Daniel Gontijo" userId="3135c2a9333c642c" providerId="LiveId" clId="{5B96D2F7-9ADB-4623-B291-A498CDF8A31A}" dt="2026-07-18T19:08:45.033" v="1658" actId="14100"/>
          <ac:spMkLst>
            <pc:docMk/>
            <pc:sldMk cId="428690508" sldId="257"/>
            <ac:spMk id="68" creationId="{4957090F-86AC-E3B9-4225-C4A68F1B7EF2}"/>
          </ac:spMkLst>
        </pc:spChg>
        <pc:spChg chg="add mod">
          <ac:chgData name="Daniel Gontijo" userId="3135c2a9333c642c" providerId="LiveId" clId="{5B96D2F7-9ADB-4623-B291-A498CDF8A31A}" dt="2026-07-18T19:09:53.478" v="1753" actId="20577"/>
          <ac:spMkLst>
            <pc:docMk/>
            <pc:sldMk cId="428690508" sldId="257"/>
            <ac:spMk id="70" creationId="{3C825C3F-D936-512F-D617-A1CB29CA936B}"/>
          </ac:spMkLst>
        </pc:spChg>
        <pc:spChg chg="add mod">
          <ac:chgData name="Daniel Gontijo" userId="3135c2a9333c642c" providerId="LiveId" clId="{5B96D2F7-9ADB-4623-B291-A498CDF8A31A}" dt="2026-07-18T20:41:01.270" v="6956" actId="20577"/>
          <ac:spMkLst>
            <pc:docMk/>
            <pc:sldMk cId="428690508" sldId="257"/>
            <ac:spMk id="72" creationId="{C10295A4-C05D-F1A2-B9C6-F90C75FD9BD0}"/>
          </ac:spMkLst>
        </pc:spChg>
        <pc:graphicFrameChg chg="mod">
          <ac:chgData name="Daniel Gontijo" userId="3135c2a9333c642c" providerId="LiveId" clId="{5B96D2F7-9ADB-4623-B291-A498CDF8A31A}" dt="2026-07-18T18:44:46.078" v="463" actId="1037"/>
          <ac:graphicFrameMkLst>
            <pc:docMk/>
            <pc:sldMk cId="428690508" sldId="257"/>
            <ac:graphicFrameMk id="21" creationId="{15662B81-7935-2579-ED96-8A33EFEE0692}"/>
          </ac:graphicFrameMkLst>
        </pc:graphicFrameChg>
        <pc:graphicFrameChg chg="add mod modGraphic">
          <ac:chgData name="Daniel Gontijo" userId="3135c2a9333c642c" providerId="LiveId" clId="{5B96D2F7-9ADB-4623-B291-A498CDF8A31A}" dt="2026-07-18T20:20:15.606" v="6263" actId="13238"/>
          <ac:graphicFrameMkLst>
            <pc:docMk/>
            <pc:sldMk cId="428690508" sldId="257"/>
            <ac:graphicFrameMk id="44" creationId="{4971D3D6-B334-74CD-151C-F55DF32B7147}"/>
          </ac:graphicFrameMkLst>
        </pc:graphicFrameChg>
        <pc:graphicFrameChg chg="add mod modGraphic">
          <ac:chgData name="Daniel Gontijo" userId="3135c2a9333c642c" providerId="LiveId" clId="{5B96D2F7-9ADB-4623-B291-A498CDF8A31A}" dt="2026-07-18T20:20:18.703" v="6264" actId="13238"/>
          <ac:graphicFrameMkLst>
            <pc:docMk/>
            <pc:sldMk cId="428690508" sldId="257"/>
            <ac:graphicFrameMk id="46" creationId="{1683E0E9-C611-5F8E-62F6-DA611D93F0C2}"/>
          </ac:graphicFrameMkLst>
        </pc:graphicFrameChg>
        <pc:cxnChg chg="add del mod">
          <ac:chgData name="Daniel Gontijo" userId="3135c2a9333c642c" providerId="LiveId" clId="{5B96D2F7-9ADB-4623-B291-A498CDF8A31A}" dt="2026-07-18T18:20:43.177" v="54" actId="478"/>
          <ac:cxnSpMkLst>
            <pc:docMk/>
            <pc:sldMk cId="428690508" sldId="257"/>
            <ac:cxnSpMk id="38" creationId="{C8A45E24-8287-2B27-463A-1A19C9FC9017}"/>
          </ac:cxnSpMkLst>
        </pc:cxnChg>
        <pc:cxnChg chg="add del mod">
          <ac:chgData name="Daniel Gontijo" userId="3135c2a9333c642c" providerId="LiveId" clId="{5B96D2F7-9ADB-4623-B291-A498CDF8A31A}" dt="2026-07-18T18:21:17.040" v="62" actId="478"/>
          <ac:cxnSpMkLst>
            <pc:docMk/>
            <pc:sldMk cId="428690508" sldId="257"/>
            <ac:cxnSpMk id="41" creationId="{9ED52203-5F98-16DD-9CE3-989357EF4FF3}"/>
          </ac:cxnSpMkLst>
        </pc:cxnChg>
      </pc:sldChg>
      <pc:sldChg chg="addSp delSp modSp mod">
        <pc:chgData name="Daniel Gontijo" userId="3135c2a9333c642c" providerId="LiveId" clId="{5B96D2F7-9ADB-4623-B291-A498CDF8A31A}" dt="2026-07-18T20:41:12.353" v="6961" actId="20577"/>
        <pc:sldMkLst>
          <pc:docMk/>
          <pc:sldMk cId="1074866894" sldId="258"/>
        </pc:sldMkLst>
        <pc:spChg chg="add del mod">
          <ac:chgData name="Daniel Gontijo" userId="3135c2a9333c642c" providerId="LiveId" clId="{5B96D2F7-9ADB-4623-B291-A498CDF8A31A}" dt="2026-07-18T19:15:49.686" v="1935" actId="478"/>
          <ac:spMkLst>
            <pc:docMk/>
            <pc:sldMk cId="1074866894" sldId="258"/>
            <ac:spMk id="2" creationId="{00A631BF-2B42-2484-0741-E9F6A360443A}"/>
          </ac:spMkLst>
        </pc:spChg>
        <pc:spChg chg="add del mod">
          <ac:chgData name="Daniel Gontijo" userId="3135c2a9333c642c" providerId="LiveId" clId="{5B96D2F7-9ADB-4623-B291-A498CDF8A31A}" dt="2026-07-18T20:04:27.645" v="5540" actId="478"/>
          <ac:spMkLst>
            <pc:docMk/>
            <pc:sldMk cId="1074866894" sldId="258"/>
            <ac:spMk id="4" creationId="{45F529EB-B9A3-913B-3215-5882E15A58FA}"/>
          </ac:spMkLst>
        </pc:spChg>
        <pc:spChg chg="add mod">
          <ac:chgData name="Daniel Gontijo" userId="3135c2a9333c642c" providerId="LiveId" clId="{5B96D2F7-9ADB-4623-B291-A498CDF8A31A}" dt="2026-07-18T20:04:30.895" v="5541" actId="1076"/>
          <ac:spMkLst>
            <pc:docMk/>
            <pc:sldMk cId="1074866894" sldId="258"/>
            <ac:spMk id="7" creationId="{89B4FB42-F394-1991-3480-478B03E383AB}"/>
          </ac:spMkLst>
        </pc:spChg>
        <pc:spChg chg="add mod">
          <ac:chgData name="Daniel Gontijo" userId="3135c2a9333c642c" providerId="LiveId" clId="{5B96D2F7-9ADB-4623-B291-A498CDF8A31A}" dt="2026-07-18T20:04:30.895" v="5541" actId="1076"/>
          <ac:spMkLst>
            <pc:docMk/>
            <pc:sldMk cId="1074866894" sldId="258"/>
            <ac:spMk id="9" creationId="{2C1A3A74-A77C-BE3F-E1FF-FF48EE591EB3}"/>
          </ac:spMkLst>
        </pc:spChg>
        <pc:spChg chg="add del mod">
          <ac:chgData name="Daniel Gontijo" userId="3135c2a9333c642c" providerId="LiveId" clId="{5B96D2F7-9ADB-4623-B291-A498CDF8A31A}" dt="2026-07-18T20:04:21.093" v="5538" actId="478"/>
          <ac:spMkLst>
            <pc:docMk/>
            <pc:sldMk cId="1074866894" sldId="258"/>
            <ac:spMk id="11" creationId="{6601F942-0F31-D478-EC4F-A0E27CD769B4}"/>
          </ac:spMkLst>
        </pc:spChg>
        <pc:spChg chg="add mod">
          <ac:chgData name="Daniel Gontijo" userId="3135c2a9333c642c" providerId="LiveId" clId="{5B96D2F7-9ADB-4623-B291-A498CDF8A31A}" dt="2026-07-18T20:41:12.353" v="6961" actId="20577"/>
          <ac:spMkLst>
            <pc:docMk/>
            <pc:sldMk cId="1074866894" sldId="258"/>
            <ac:spMk id="13" creationId="{E2B219C3-799C-E5CF-5F22-576CA72C744A}"/>
          </ac:spMkLst>
        </pc:spChg>
        <pc:graphicFrameChg chg="add del mod modGraphic">
          <ac:chgData name="Daniel Gontijo" userId="3135c2a9333c642c" providerId="LiveId" clId="{5B96D2F7-9ADB-4623-B291-A498CDF8A31A}" dt="2026-07-18T20:04:26.575" v="5539" actId="478"/>
          <ac:graphicFrameMkLst>
            <pc:docMk/>
            <pc:sldMk cId="1074866894" sldId="258"/>
            <ac:graphicFrameMk id="5" creationId="{88EA00FC-1904-F016-249C-F116E3D87DA7}"/>
          </ac:graphicFrameMkLst>
        </pc:graphicFrameChg>
        <pc:graphicFrameChg chg="add mod modGraphic">
          <ac:chgData name="Daniel Gontijo" userId="3135c2a9333c642c" providerId="LiveId" clId="{5B96D2F7-9ADB-4623-B291-A498CDF8A31A}" dt="2026-07-18T20:04:30.895" v="5541" actId="1076"/>
          <ac:graphicFrameMkLst>
            <pc:docMk/>
            <pc:sldMk cId="1074866894" sldId="258"/>
            <ac:graphicFrameMk id="8" creationId="{216FE377-FE84-A026-437D-5E2A995A0825}"/>
          </ac:graphicFrameMkLst>
        </pc:graphicFrameChg>
      </pc:sldChg>
      <pc:sldChg chg="addSp delSp modSp mod">
        <pc:chgData name="Daniel Gontijo" userId="3135c2a9333c642c" providerId="LiveId" clId="{5B96D2F7-9ADB-4623-B291-A498CDF8A31A}" dt="2026-07-18T20:41:21.695" v="6967" actId="20577"/>
        <pc:sldMkLst>
          <pc:docMk/>
          <pc:sldMk cId="964773499" sldId="259"/>
        </pc:sldMkLst>
        <pc:spChg chg="add mod">
          <ac:chgData name="Daniel Gontijo" userId="3135c2a9333c642c" providerId="LiveId" clId="{5B96D2F7-9ADB-4623-B291-A498CDF8A31A}" dt="2026-07-18T19:22:13.839" v="2202" actId="14100"/>
          <ac:spMkLst>
            <pc:docMk/>
            <pc:sldMk cId="964773499" sldId="259"/>
            <ac:spMk id="4" creationId="{D06EECD9-2BDE-BCE0-A7B6-A4358D2C0871}"/>
          </ac:spMkLst>
        </pc:spChg>
        <pc:spChg chg="add mod">
          <ac:chgData name="Daniel Gontijo" userId="3135c2a9333c642c" providerId="LiveId" clId="{5B96D2F7-9ADB-4623-B291-A498CDF8A31A}" dt="2026-07-18T19:22:43.377" v="2228" actId="1076"/>
          <ac:spMkLst>
            <pc:docMk/>
            <pc:sldMk cId="964773499" sldId="259"/>
            <ac:spMk id="6" creationId="{DF6044E6-D0D3-910A-C2A9-78EC4848B18D}"/>
          </ac:spMkLst>
        </pc:spChg>
        <pc:spChg chg="add del mod">
          <ac:chgData name="Daniel Gontijo" userId="3135c2a9333c642c" providerId="LiveId" clId="{5B96D2F7-9ADB-4623-B291-A498CDF8A31A}" dt="2026-07-18T20:06:27.777" v="5694" actId="478"/>
          <ac:spMkLst>
            <pc:docMk/>
            <pc:sldMk cId="964773499" sldId="259"/>
            <ac:spMk id="10" creationId="{0D29EC07-31A6-7BCE-687E-AA0F4F8F3BCF}"/>
          </ac:spMkLst>
        </pc:spChg>
        <pc:spChg chg="add del mod">
          <ac:chgData name="Daniel Gontijo" userId="3135c2a9333c642c" providerId="LiveId" clId="{5B96D2F7-9ADB-4623-B291-A498CDF8A31A}" dt="2026-07-18T20:06:27.777" v="5694" actId="478"/>
          <ac:spMkLst>
            <pc:docMk/>
            <pc:sldMk cId="964773499" sldId="259"/>
            <ac:spMk id="12" creationId="{BFC3D8A5-6789-404D-4A31-3360ACAE785E}"/>
          </ac:spMkLst>
        </pc:spChg>
        <pc:spChg chg="add mod">
          <ac:chgData name="Daniel Gontijo" userId="3135c2a9333c642c" providerId="LiveId" clId="{5B96D2F7-9ADB-4623-B291-A498CDF8A31A}" dt="2026-07-18T20:41:21.695" v="6967" actId="20577"/>
          <ac:spMkLst>
            <pc:docMk/>
            <pc:sldMk cId="964773499" sldId="259"/>
            <ac:spMk id="15" creationId="{BA4EF7CA-E05D-AC07-5043-CE6D72F80C8B}"/>
          </ac:spMkLst>
        </pc:spChg>
        <pc:graphicFrameChg chg="add mod modGraphic">
          <ac:chgData name="Daniel Gontijo" userId="3135c2a9333c642c" providerId="LiveId" clId="{5B96D2F7-9ADB-4623-B291-A498CDF8A31A}" dt="2026-07-18T19:21:54.515" v="2199" actId="1076"/>
          <ac:graphicFrameMkLst>
            <pc:docMk/>
            <pc:sldMk cId="964773499" sldId="259"/>
            <ac:graphicFrameMk id="2" creationId="{57D6E1C8-1A78-DC97-C939-9E046A6F0D63}"/>
          </ac:graphicFrameMkLst>
        </pc:graphicFrameChg>
        <pc:graphicFrameChg chg="add del mod modGraphic">
          <ac:chgData name="Daniel Gontijo" userId="3135c2a9333c642c" providerId="LiveId" clId="{5B96D2F7-9ADB-4623-B291-A498CDF8A31A}" dt="2026-07-18T20:06:27.777" v="5694" actId="478"/>
          <ac:graphicFrameMkLst>
            <pc:docMk/>
            <pc:sldMk cId="964773499" sldId="259"/>
            <ac:graphicFrameMk id="8" creationId="{417B7E86-E1FF-518A-FE36-920C887FDAD4}"/>
          </ac:graphicFrameMkLst>
        </pc:graphicFrameChg>
        <pc:graphicFrameChg chg="add del mod">
          <ac:chgData name="Daniel Gontijo" userId="3135c2a9333c642c" providerId="LiveId" clId="{5B96D2F7-9ADB-4623-B291-A498CDF8A31A}" dt="2026-07-18T19:32:29.481" v="2977" actId="478"/>
          <ac:graphicFrameMkLst>
            <pc:docMk/>
            <pc:sldMk cId="964773499" sldId="259"/>
            <ac:graphicFrameMk id="13" creationId="{2A7E44C2-C11E-8185-3F42-62195C8C1250}"/>
          </ac:graphicFrameMkLst>
        </pc:graphicFrameChg>
      </pc:sldChg>
      <pc:sldChg chg="delSp new del mod">
        <pc:chgData name="Daniel Gontijo" userId="3135c2a9333c642c" providerId="LiveId" clId="{5B96D2F7-9ADB-4623-B291-A498CDF8A31A}" dt="2026-07-18T19:13:41.649" v="1852" actId="2696"/>
        <pc:sldMkLst>
          <pc:docMk/>
          <pc:sldMk cId="1444765521" sldId="260"/>
        </pc:sldMkLst>
        <pc:spChg chg="del">
          <ac:chgData name="Daniel Gontijo" userId="3135c2a9333c642c" providerId="LiveId" clId="{5B96D2F7-9ADB-4623-B291-A498CDF8A31A}" dt="2026-07-18T19:13:36.954" v="1851" actId="478"/>
          <ac:spMkLst>
            <pc:docMk/>
            <pc:sldMk cId="1444765521" sldId="260"/>
            <ac:spMk id="2" creationId="{9D8D5B21-A9C5-9AD6-BA96-A3A6024EB2FD}"/>
          </ac:spMkLst>
        </pc:spChg>
        <pc:spChg chg="del">
          <ac:chgData name="Daniel Gontijo" userId="3135c2a9333c642c" providerId="LiveId" clId="{5B96D2F7-9ADB-4623-B291-A498CDF8A31A}" dt="2026-07-18T19:13:36.954" v="1851" actId="478"/>
          <ac:spMkLst>
            <pc:docMk/>
            <pc:sldMk cId="1444765521" sldId="260"/>
            <ac:spMk id="3" creationId="{A26F31AF-2F0A-AA26-0584-BA4DF377FCAE}"/>
          </ac:spMkLst>
        </pc:spChg>
      </pc:sldChg>
      <pc:sldChg chg="addSp delSp modSp add mod">
        <pc:chgData name="Daniel Gontijo" userId="3135c2a9333c642c" providerId="LiveId" clId="{5B96D2F7-9ADB-4623-B291-A498CDF8A31A}" dt="2026-07-18T20:42:49.853" v="7117" actId="22"/>
        <pc:sldMkLst>
          <pc:docMk/>
          <pc:sldMk cId="1493309411" sldId="261"/>
        </pc:sldMkLst>
        <pc:spChg chg="add">
          <ac:chgData name="Daniel Gontijo" userId="3135c2a9333c642c" providerId="LiveId" clId="{5B96D2F7-9ADB-4623-B291-A498CDF8A31A}" dt="2026-07-18T19:55:57.617" v="4801" actId="22"/>
          <ac:spMkLst>
            <pc:docMk/>
            <pc:sldMk cId="1493309411" sldId="261"/>
            <ac:spMk id="4" creationId="{8584B67F-851C-0611-D9D8-3E0764E878E4}"/>
          </ac:spMkLst>
        </pc:spChg>
        <pc:spChg chg="add">
          <ac:chgData name="Daniel Gontijo" userId="3135c2a9333c642c" providerId="LiveId" clId="{5B96D2F7-9ADB-4623-B291-A498CDF8A31A}" dt="2026-07-18T20:42:49.853" v="7117" actId="22"/>
          <ac:spMkLst>
            <pc:docMk/>
            <pc:sldMk cId="1493309411" sldId="261"/>
            <ac:spMk id="5" creationId="{3265089F-76C3-7C12-1105-304873B54482}"/>
          </ac:spMkLst>
        </pc:spChg>
        <pc:spChg chg="add del">
          <ac:chgData name="Daniel Gontijo" userId="3135c2a9333c642c" providerId="LiveId" clId="{5B96D2F7-9ADB-4623-B291-A498CDF8A31A}" dt="2026-07-18T19:56:06.474" v="4805" actId="22"/>
          <ac:spMkLst>
            <pc:docMk/>
            <pc:sldMk cId="1493309411" sldId="261"/>
            <ac:spMk id="6" creationId="{8DCEE3D0-3825-266A-1CA6-94B6455EC6D6}"/>
          </ac:spMkLst>
        </pc:spChg>
        <pc:spChg chg="add">
          <ac:chgData name="Daniel Gontijo" userId="3135c2a9333c642c" providerId="LiveId" clId="{5B96D2F7-9ADB-4623-B291-A498CDF8A31A}" dt="2026-07-18T19:56:30.474" v="4809" actId="22"/>
          <ac:spMkLst>
            <pc:docMk/>
            <pc:sldMk cId="1493309411" sldId="261"/>
            <ac:spMk id="8" creationId="{90B741A1-8E56-695F-5EC5-8C2605C1AFCA}"/>
          </ac:spMkLst>
        </pc:spChg>
        <pc:spChg chg="add mod">
          <ac:chgData name="Daniel Gontijo" userId="3135c2a9333c642c" providerId="LiveId" clId="{5B96D2F7-9ADB-4623-B291-A498CDF8A31A}" dt="2026-07-18T20:41:08.840" v="6959" actId="20577"/>
          <ac:spMkLst>
            <pc:docMk/>
            <pc:sldMk cId="1493309411" sldId="261"/>
            <ac:spMk id="10" creationId="{CB478153-F3BD-A52A-6A91-15F9CBA577E9}"/>
          </ac:spMkLst>
        </pc:spChg>
        <pc:spChg chg="mod">
          <ac:chgData name="Daniel Gontijo" userId="3135c2a9333c642c" providerId="LiveId" clId="{5B96D2F7-9ADB-4623-B291-A498CDF8A31A}" dt="2026-07-18T19:19:00.970" v="2059" actId="1036"/>
          <ac:spMkLst>
            <pc:docMk/>
            <pc:sldMk cId="1493309411" sldId="261"/>
            <ac:spMk id="13" creationId="{109A0F8F-4DBD-87A9-5464-23A36B1788FB}"/>
          </ac:spMkLst>
        </pc:spChg>
        <pc:spChg chg="del mod">
          <ac:chgData name="Daniel Gontijo" userId="3135c2a9333c642c" providerId="LiveId" clId="{5B96D2F7-9ADB-4623-B291-A498CDF8A31A}" dt="2026-07-18T19:55:57.347" v="4800" actId="478"/>
          <ac:spMkLst>
            <pc:docMk/>
            <pc:sldMk cId="1493309411" sldId="261"/>
            <ac:spMk id="16" creationId="{A2D8D585-197D-B425-2B80-A9C5D3E3AF55}"/>
          </ac:spMkLst>
        </pc:spChg>
        <pc:spChg chg="mod">
          <ac:chgData name="Daniel Gontijo" userId="3135c2a9333c642c" providerId="LiveId" clId="{5B96D2F7-9ADB-4623-B291-A498CDF8A31A}" dt="2026-07-18T19:19:00.970" v="2059" actId="1036"/>
          <ac:spMkLst>
            <pc:docMk/>
            <pc:sldMk cId="1493309411" sldId="261"/>
            <ac:spMk id="17" creationId="{16400CF2-4944-EAC4-B1D3-9B63028EC104}"/>
          </ac:spMkLst>
        </pc:spChg>
        <pc:spChg chg="add del">
          <ac:chgData name="Daniel Gontijo" userId="3135c2a9333c642c" providerId="LiveId" clId="{5B96D2F7-9ADB-4623-B291-A498CDF8A31A}" dt="2026-07-18T19:56:30.110" v="4808" actId="478"/>
          <ac:spMkLst>
            <pc:docMk/>
            <pc:sldMk cId="1493309411" sldId="261"/>
            <ac:spMk id="26" creationId="{895F1692-0A70-B069-D23C-EEF3B994C7BC}"/>
          </ac:spMkLst>
        </pc:spChg>
        <pc:spChg chg="mod">
          <ac:chgData name="Daniel Gontijo" userId="3135c2a9333c642c" providerId="LiveId" clId="{5B96D2F7-9ADB-4623-B291-A498CDF8A31A}" dt="2026-07-18T19:19:00.970" v="2059" actId="1036"/>
          <ac:spMkLst>
            <pc:docMk/>
            <pc:sldMk cId="1493309411" sldId="261"/>
            <ac:spMk id="28" creationId="{52DE0AFF-BF52-C659-5135-4C0D3EB06E2C}"/>
          </ac:spMkLst>
        </pc:spChg>
        <pc:spChg chg="mod">
          <ac:chgData name="Daniel Gontijo" userId="3135c2a9333c642c" providerId="LiveId" clId="{5B96D2F7-9ADB-4623-B291-A498CDF8A31A}" dt="2026-07-18T19:19:00.970" v="2059" actId="1036"/>
          <ac:spMkLst>
            <pc:docMk/>
            <pc:sldMk cId="1493309411" sldId="261"/>
            <ac:spMk id="30" creationId="{D47D38C5-33E8-1710-29C9-6494A8582624}"/>
          </ac:spMkLst>
        </pc:spChg>
        <pc:spChg chg="mod">
          <ac:chgData name="Daniel Gontijo" userId="3135c2a9333c642c" providerId="LiveId" clId="{5B96D2F7-9ADB-4623-B291-A498CDF8A31A}" dt="2026-07-18T19:19:00.970" v="2059" actId="1036"/>
          <ac:spMkLst>
            <pc:docMk/>
            <pc:sldMk cId="1493309411" sldId="261"/>
            <ac:spMk id="32" creationId="{D051D974-D233-3D92-EBD7-A36CC4F433DA}"/>
          </ac:spMkLst>
        </pc:spChg>
        <pc:spChg chg="mod">
          <ac:chgData name="Daniel Gontijo" userId="3135c2a9333c642c" providerId="LiveId" clId="{5B96D2F7-9ADB-4623-B291-A498CDF8A31A}" dt="2026-07-18T20:20:50.096" v="6266" actId="1076"/>
          <ac:spMkLst>
            <pc:docMk/>
            <pc:sldMk cId="1493309411" sldId="261"/>
            <ac:spMk id="50" creationId="{8AC95BA3-289C-C2EE-F874-E72C50F4DB15}"/>
          </ac:spMkLst>
        </pc:spChg>
        <pc:spChg chg="mod">
          <ac:chgData name="Daniel Gontijo" userId="3135c2a9333c642c" providerId="LiveId" clId="{5B96D2F7-9ADB-4623-B291-A498CDF8A31A}" dt="2026-07-18T20:20:50.096" v="6266" actId="1076"/>
          <ac:spMkLst>
            <pc:docMk/>
            <pc:sldMk cId="1493309411" sldId="261"/>
            <ac:spMk id="52" creationId="{68B26CB2-AB2D-4A24-5EB5-4C734DE53B04}"/>
          </ac:spMkLst>
        </pc:spChg>
        <pc:spChg chg="mod">
          <ac:chgData name="Daniel Gontijo" userId="3135c2a9333c642c" providerId="LiveId" clId="{5B96D2F7-9ADB-4623-B291-A498CDF8A31A}" dt="2026-07-18T20:20:50.096" v="6266" actId="1076"/>
          <ac:spMkLst>
            <pc:docMk/>
            <pc:sldMk cId="1493309411" sldId="261"/>
            <ac:spMk id="54" creationId="{9411E892-881F-1C5D-E43D-49E4E1BAB2CA}"/>
          </ac:spMkLst>
        </pc:spChg>
        <pc:spChg chg="mod">
          <ac:chgData name="Daniel Gontijo" userId="3135c2a9333c642c" providerId="LiveId" clId="{5B96D2F7-9ADB-4623-B291-A498CDF8A31A}" dt="2026-07-18T20:20:50.096" v="6266" actId="1076"/>
          <ac:spMkLst>
            <pc:docMk/>
            <pc:sldMk cId="1493309411" sldId="261"/>
            <ac:spMk id="56" creationId="{99B6E8FB-2399-4539-6F58-758C7C733A7A}"/>
          </ac:spMkLst>
        </pc:spChg>
        <pc:spChg chg="mod">
          <ac:chgData name="Daniel Gontijo" userId="3135c2a9333c642c" providerId="LiveId" clId="{5B96D2F7-9ADB-4623-B291-A498CDF8A31A}" dt="2026-07-18T20:20:50.096" v="6266" actId="1076"/>
          <ac:spMkLst>
            <pc:docMk/>
            <pc:sldMk cId="1493309411" sldId="261"/>
            <ac:spMk id="58" creationId="{0D95005F-23D8-A136-F92D-0DA107349207}"/>
          </ac:spMkLst>
        </pc:spChg>
        <pc:spChg chg="mod">
          <ac:chgData name="Daniel Gontijo" userId="3135c2a9333c642c" providerId="LiveId" clId="{5B96D2F7-9ADB-4623-B291-A498CDF8A31A}" dt="2026-07-18T20:21:29.256" v="6290" actId="1076"/>
          <ac:spMkLst>
            <pc:docMk/>
            <pc:sldMk cId="1493309411" sldId="261"/>
            <ac:spMk id="64" creationId="{A7CF1AB2-F1C4-509E-0A77-46787BB250FC}"/>
          </ac:spMkLst>
        </pc:spChg>
        <pc:spChg chg="mod">
          <ac:chgData name="Daniel Gontijo" userId="3135c2a9333c642c" providerId="LiveId" clId="{5B96D2F7-9ADB-4623-B291-A498CDF8A31A}" dt="2026-07-18T19:19:00.970" v="2059" actId="1036"/>
          <ac:spMkLst>
            <pc:docMk/>
            <pc:sldMk cId="1493309411" sldId="261"/>
            <ac:spMk id="68" creationId="{1357C614-976E-B32C-9623-A7D4389FD6A5}"/>
          </ac:spMkLst>
        </pc:spChg>
        <pc:graphicFrameChg chg="mod modGraphic">
          <ac:chgData name="Daniel Gontijo" userId="3135c2a9333c642c" providerId="LiveId" clId="{5B96D2F7-9ADB-4623-B291-A498CDF8A31A}" dt="2026-07-18T20:21:19.855" v="6289" actId="14100"/>
          <ac:graphicFrameMkLst>
            <pc:docMk/>
            <pc:sldMk cId="1493309411" sldId="261"/>
            <ac:graphicFrameMk id="44" creationId="{1CC7A50B-DC97-6C1A-E9FC-A8FDDF18C664}"/>
          </ac:graphicFrameMkLst>
        </pc:graphicFrameChg>
        <pc:graphicFrameChg chg="del">
          <ac:chgData name="Daniel Gontijo" userId="3135c2a9333c642c" providerId="LiveId" clId="{5B96D2F7-9ADB-4623-B291-A498CDF8A31A}" dt="2026-07-18T19:13:29.454" v="1850" actId="478"/>
          <ac:graphicFrameMkLst>
            <pc:docMk/>
            <pc:sldMk cId="1493309411" sldId="261"/>
            <ac:graphicFrameMk id="46" creationId="{624A2DC4-3E7B-60DB-D39B-70225B6FC8E0}"/>
          </ac:graphicFrameMkLst>
        </pc:graphicFrameChg>
      </pc:sldChg>
      <pc:sldChg chg="addSp delSp modSp add mod ord">
        <pc:chgData name="Daniel Gontijo" userId="3135c2a9333c642c" providerId="LiveId" clId="{5B96D2F7-9ADB-4623-B291-A498CDF8A31A}" dt="2026-07-18T20:41:18.879" v="6965" actId="20577"/>
        <pc:sldMkLst>
          <pc:docMk/>
          <pc:sldMk cId="3470719011" sldId="262"/>
        </pc:sldMkLst>
        <pc:spChg chg="del">
          <ac:chgData name="Daniel Gontijo" userId="3135c2a9333c642c" providerId="LiveId" clId="{5B96D2F7-9ADB-4623-B291-A498CDF8A31A}" dt="2026-07-18T19:24:21.683" v="2268" actId="478"/>
          <ac:spMkLst>
            <pc:docMk/>
            <pc:sldMk cId="3470719011" sldId="262"/>
            <ac:spMk id="4" creationId="{0E4A0828-9DCE-8F8F-9FE6-A6381D36164C}"/>
          </ac:spMkLst>
        </pc:spChg>
        <pc:spChg chg="add mod">
          <ac:chgData name="Daniel Gontijo" userId="3135c2a9333c642c" providerId="LiveId" clId="{5B96D2F7-9ADB-4623-B291-A498CDF8A31A}" dt="2026-07-18T19:32:37.383" v="2980" actId="14100"/>
          <ac:spMkLst>
            <pc:docMk/>
            <pc:sldMk cId="3470719011" sldId="262"/>
            <ac:spMk id="5" creationId="{E32BD1A3-A23F-9EE6-EDD7-561E82D4F727}"/>
          </ac:spMkLst>
        </pc:spChg>
        <pc:spChg chg="del">
          <ac:chgData name="Daniel Gontijo" userId="3135c2a9333c642c" providerId="LiveId" clId="{5B96D2F7-9ADB-4623-B291-A498CDF8A31A}" dt="2026-07-18T19:24:21.683" v="2268" actId="478"/>
          <ac:spMkLst>
            <pc:docMk/>
            <pc:sldMk cId="3470719011" sldId="262"/>
            <ac:spMk id="6" creationId="{4BCBEE4C-EB72-8C2E-BF68-3EEA72951DE4}"/>
          </ac:spMkLst>
        </pc:spChg>
        <pc:spChg chg="add mod">
          <ac:chgData name="Daniel Gontijo" userId="3135c2a9333c642c" providerId="LiveId" clId="{5B96D2F7-9ADB-4623-B291-A498CDF8A31A}" dt="2026-07-18T19:33:09.542" v="3006" actId="1076"/>
          <ac:spMkLst>
            <pc:docMk/>
            <pc:sldMk cId="3470719011" sldId="262"/>
            <ac:spMk id="7" creationId="{FABED7AC-9193-B58B-CC21-72A169D1AA88}"/>
          </ac:spMkLst>
        </pc:spChg>
        <pc:spChg chg="del">
          <ac:chgData name="Daniel Gontijo" userId="3135c2a9333c642c" providerId="LiveId" clId="{5B96D2F7-9ADB-4623-B291-A498CDF8A31A}" dt="2026-07-18T19:24:21.683" v="2268" actId="478"/>
          <ac:spMkLst>
            <pc:docMk/>
            <pc:sldMk cId="3470719011" sldId="262"/>
            <ac:spMk id="10" creationId="{842EF830-2CCE-0ECB-CD78-5A82A22BA149}"/>
          </ac:spMkLst>
        </pc:spChg>
        <pc:spChg chg="add mod">
          <ac:chgData name="Daniel Gontijo" userId="3135c2a9333c642c" providerId="LiveId" clId="{5B96D2F7-9ADB-4623-B291-A498CDF8A31A}" dt="2026-07-18T20:41:18.879" v="6965" actId="20577"/>
          <ac:spMkLst>
            <pc:docMk/>
            <pc:sldMk cId="3470719011" sldId="262"/>
            <ac:spMk id="11" creationId="{46A5CA47-1197-5AEA-89AD-57608A5DC0BD}"/>
          </ac:spMkLst>
        </pc:spChg>
        <pc:spChg chg="del">
          <ac:chgData name="Daniel Gontijo" userId="3135c2a9333c642c" providerId="LiveId" clId="{5B96D2F7-9ADB-4623-B291-A498CDF8A31A}" dt="2026-07-18T19:24:21.683" v="2268" actId="478"/>
          <ac:spMkLst>
            <pc:docMk/>
            <pc:sldMk cId="3470719011" sldId="262"/>
            <ac:spMk id="12" creationId="{F8D66852-A5EA-5BCA-A983-84E1EA234B92}"/>
          </ac:spMkLst>
        </pc:spChg>
        <pc:graphicFrameChg chg="del">
          <ac:chgData name="Daniel Gontijo" userId="3135c2a9333c642c" providerId="LiveId" clId="{5B96D2F7-9ADB-4623-B291-A498CDF8A31A}" dt="2026-07-18T19:24:21.683" v="2268" actId="478"/>
          <ac:graphicFrameMkLst>
            <pc:docMk/>
            <pc:sldMk cId="3470719011" sldId="262"/>
            <ac:graphicFrameMk id="2" creationId="{62065AC3-6242-A839-A9E9-6480F0A6E632}"/>
          </ac:graphicFrameMkLst>
        </pc:graphicFrameChg>
        <pc:graphicFrameChg chg="del">
          <ac:chgData name="Daniel Gontijo" userId="3135c2a9333c642c" providerId="LiveId" clId="{5B96D2F7-9ADB-4623-B291-A498CDF8A31A}" dt="2026-07-18T19:24:21.683" v="2268" actId="478"/>
          <ac:graphicFrameMkLst>
            <pc:docMk/>
            <pc:sldMk cId="3470719011" sldId="262"/>
            <ac:graphicFrameMk id="8" creationId="{40AD1A40-506F-5E55-05F4-CE51BF8740E2}"/>
          </ac:graphicFrameMkLst>
        </pc:graphicFrameChg>
        <pc:graphicFrameChg chg="mod modGraphic">
          <ac:chgData name="Daniel Gontijo" userId="3135c2a9333c642c" providerId="LiveId" clId="{5B96D2F7-9ADB-4623-B291-A498CDF8A31A}" dt="2026-07-18T19:32:20.893" v="2976" actId="20577"/>
          <ac:graphicFrameMkLst>
            <pc:docMk/>
            <pc:sldMk cId="3470719011" sldId="262"/>
            <ac:graphicFrameMk id="13" creationId="{C2ECD969-9703-0FBE-B775-E8275B13D1C0}"/>
          </ac:graphicFrameMkLst>
        </pc:graphicFrameChg>
      </pc:sldChg>
      <pc:sldChg chg="addSp delSp modSp add mod ord">
        <pc:chgData name="Daniel Gontijo" userId="3135c2a9333c642c" providerId="LiveId" clId="{5B96D2F7-9ADB-4623-B291-A498CDF8A31A}" dt="2026-07-18T20:41:28.358" v="6971" actId="20577"/>
        <pc:sldMkLst>
          <pc:docMk/>
          <pc:sldMk cId="3068337007" sldId="263"/>
        </pc:sldMkLst>
        <pc:spChg chg="add mod">
          <ac:chgData name="Daniel Gontijo" userId="3135c2a9333c642c" providerId="LiveId" clId="{5B96D2F7-9ADB-4623-B291-A498CDF8A31A}" dt="2026-07-18T19:56:55.132" v="4810" actId="207"/>
          <ac:spMkLst>
            <pc:docMk/>
            <pc:sldMk cId="3068337007" sldId="263"/>
            <ac:spMk id="3" creationId="{CF92E2A0-32E5-B9CE-FDF0-5A03422EA64B}"/>
          </ac:spMkLst>
        </pc:spChg>
        <pc:spChg chg="add mod">
          <ac:chgData name="Daniel Gontijo" userId="3135c2a9333c642c" providerId="LiveId" clId="{5B96D2F7-9ADB-4623-B291-A498CDF8A31A}" dt="2026-07-18T19:56:55.132" v="4810" actId="207"/>
          <ac:spMkLst>
            <pc:docMk/>
            <pc:sldMk cId="3068337007" sldId="263"/>
            <ac:spMk id="6" creationId="{F55E190A-FFA1-71E3-0F02-27FA7182728C}"/>
          </ac:spMkLst>
        </pc:spChg>
        <pc:spChg chg="del">
          <ac:chgData name="Daniel Gontijo" userId="3135c2a9333c642c" providerId="LiveId" clId="{5B96D2F7-9ADB-4623-B291-A498CDF8A31A}" dt="2026-07-18T19:33:55.171" v="3010" actId="478"/>
          <ac:spMkLst>
            <pc:docMk/>
            <pc:sldMk cId="3068337007" sldId="263"/>
            <ac:spMk id="7" creationId="{BBFE96B6-CE5F-D669-6003-43D798D2E7F1}"/>
          </ac:spMkLst>
        </pc:spChg>
        <pc:spChg chg="add mod">
          <ac:chgData name="Daniel Gontijo" userId="3135c2a9333c642c" providerId="LiveId" clId="{5B96D2F7-9ADB-4623-B291-A498CDF8A31A}" dt="2026-07-18T19:56:55.132" v="4810" actId="207"/>
          <ac:spMkLst>
            <pc:docMk/>
            <pc:sldMk cId="3068337007" sldId="263"/>
            <ac:spMk id="9" creationId="{C7DF6487-5D7B-2E72-1FBE-85446AD3886F}"/>
          </ac:spMkLst>
        </pc:spChg>
        <pc:spChg chg="add mod">
          <ac:chgData name="Daniel Gontijo" userId="3135c2a9333c642c" providerId="LiveId" clId="{5B96D2F7-9ADB-4623-B291-A498CDF8A31A}" dt="2026-07-18T19:56:55.132" v="4810" actId="207"/>
          <ac:spMkLst>
            <pc:docMk/>
            <pc:sldMk cId="3068337007" sldId="263"/>
            <ac:spMk id="11" creationId="{EFC93889-D9C1-6997-60A8-6FEA90EF5C3C}"/>
          </ac:spMkLst>
        </pc:spChg>
        <pc:spChg chg="add del mod">
          <ac:chgData name="Daniel Gontijo" userId="3135c2a9333c642c" providerId="LiveId" clId="{5B96D2F7-9ADB-4623-B291-A498CDF8A31A}" dt="2026-07-18T19:34:58.581" v="3072" actId="478"/>
          <ac:spMkLst>
            <pc:docMk/>
            <pc:sldMk cId="3068337007" sldId="263"/>
            <ac:spMk id="14" creationId="{51EA1EBA-4CEE-A621-B8BF-D941625D7462}"/>
          </ac:spMkLst>
        </pc:spChg>
        <pc:spChg chg="add mod">
          <ac:chgData name="Daniel Gontijo" userId="3135c2a9333c642c" providerId="LiveId" clId="{5B96D2F7-9ADB-4623-B291-A498CDF8A31A}" dt="2026-07-18T19:56:55.132" v="4810" actId="207"/>
          <ac:spMkLst>
            <pc:docMk/>
            <pc:sldMk cId="3068337007" sldId="263"/>
            <ac:spMk id="16" creationId="{A5A2F888-D398-5D19-CD63-C26B33D4F6CC}"/>
          </ac:spMkLst>
        </pc:spChg>
        <pc:spChg chg="add del">
          <ac:chgData name="Daniel Gontijo" userId="3135c2a9333c642c" providerId="LiveId" clId="{5B96D2F7-9ADB-4623-B291-A498CDF8A31A}" dt="2026-07-18T19:36:09.128" v="3092" actId="478"/>
          <ac:spMkLst>
            <pc:docMk/>
            <pc:sldMk cId="3068337007" sldId="263"/>
            <ac:spMk id="17" creationId="{45FE025E-5894-6E11-DB7B-9B21D5347E83}"/>
          </ac:spMkLst>
        </pc:spChg>
        <pc:spChg chg="add mod">
          <ac:chgData name="Daniel Gontijo" userId="3135c2a9333c642c" providerId="LiveId" clId="{5B96D2F7-9ADB-4623-B291-A498CDF8A31A}" dt="2026-07-18T19:56:55.132" v="4810" actId="207"/>
          <ac:spMkLst>
            <pc:docMk/>
            <pc:sldMk cId="3068337007" sldId="263"/>
            <ac:spMk id="19" creationId="{8B97719F-98E1-2A98-DB5D-A2F76793C2E8}"/>
          </ac:spMkLst>
        </pc:spChg>
        <pc:spChg chg="add mod">
          <ac:chgData name="Daniel Gontijo" userId="3135c2a9333c642c" providerId="LiveId" clId="{5B96D2F7-9ADB-4623-B291-A498CDF8A31A}" dt="2026-07-18T19:56:58.699" v="4811" actId="207"/>
          <ac:spMkLst>
            <pc:docMk/>
            <pc:sldMk cId="3068337007" sldId="263"/>
            <ac:spMk id="20" creationId="{2E1BC987-9D33-48E6-F418-BED2005D7B61}"/>
          </ac:spMkLst>
        </pc:spChg>
        <pc:spChg chg="add mod">
          <ac:chgData name="Daniel Gontijo" userId="3135c2a9333c642c" providerId="LiveId" clId="{5B96D2F7-9ADB-4623-B291-A498CDF8A31A}" dt="2026-07-18T20:41:28.358" v="6971" actId="20577"/>
          <ac:spMkLst>
            <pc:docMk/>
            <pc:sldMk cId="3068337007" sldId="263"/>
            <ac:spMk id="22" creationId="{03251960-222A-0046-A01C-2D37B478963B}"/>
          </ac:spMkLst>
        </pc:spChg>
        <pc:graphicFrameChg chg="del">
          <ac:chgData name="Daniel Gontijo" userId="3135c2a9333c642c" providerId="LiveId" clId="{5B96D2F7-9ADB-4623-B291-A498CDF8A31A}" dt="2026-07-18T19:33:52.089" v="3009" actId="478"/>
          <ac:graphicFrameMkLst>
            <pc:docMk/>
            <pc:sldMk cId="3068337007" sldId="263"/>
            <ac:graphicFrameMk id="13" creationId="{432199D2-2B3F-26E4-1DA2-1A109C148378}"/>
          </ac:graphicFrameMkLst>
        </pc:graphicFrameChg>
      </pc:sldChg>
      <pc:sldChg chg="add del">
        <pc:chgData name="Daniel Gontijo" userId="3135c2a9333c642c" providerId="LiveId" clId="{5B96D2F7-9ADB-4623-B291-A498CDF8A31A}" dt="2026-07-18T19:37:48.386" v="3305" actId="47"/>
        <pc:sldMkLst>
          <pc:docMk/>
          <pc:sldMk cId="1079944775" sldId="264"/>
        </pc:sldMkLst>
      </pc:sldChg>
      <pc:sldChg chg="add del">
        <pc:chgData name="Daniel Gontijo" userId="3135c2a9333c642c" providerId="LiveId" clId="{5B96D2F7-9ADB-4623-B291-A498CDF8A31A}" dt="2026-07-18T19:37:47.275" v="3304" actId="47"/>
        <pc:sldMkLst>
          <pc:docMk/>
          <pc:sldMk cId="1705183653" sldId="265"/>
        </pc:sldMkLst>
      </pc:sldChg>
      <pc:sldChg chg="add del">
        <pc:chgData name="Daniel Gontijo" userId="3135c2a9333c642c" providerId="LiveId" clId="{5B96D2F7-9ADB-4623-B291-A498CDF8A31A}" dt="2026-07-18T19:37:46.275" v="3303" actId="47"/>
        <pc:sldMkLst>
          <pc:docMk/>
          <pc:sldMk cId="1249176805" sldId="266"/>
        </pc:sldMkLst>
      </pc:sldChg>
      <pc:sldChg chg="addSp delSp modSp add mod ord setBg">
        <pc:chgData name="Daniel Gontijo" userId="3135c2a9333c642c" providerId="LiveId" clId="{5B96D2F7-9ADB-4623-B291-A498CDF8A31A}" dt="2026-07-18T20:41:34.630" v="6975" actId="20577"/>
        <pc:sldMkLst>
          <pc:docMk/>
          <pc:sldMk cId="1251347511" sldId="267"/>
        </pc:sldMkLst>
        <pc:spChg chg="add mod">
          <ac:chgData name="Daniel Gontijo" userId="3135c2a9333c642c" providerId="LiveId" clId="{5B96D2F7-9ADB-4623-B291-A498CDF8A31A}" dt="2026-07-18T19:39:51.712" v="3738" actId="20577"/>
          <ac:spMkLst>
            <pc:docMk/>
            <pc:sldMk cId="1251347511" sldId="267"/>
            <ac:spMk id="2" creationId="{3342F9AC-F86F-F383-3C4D-666D72741E18}"/>
          </ac:spMkLst>
        </pc:spChg>
        <pc:spChg chg="mod">
          <ac:chgData name="Daniel Gontijo" userId="3135c2a9333c642c" providerId="LiveId" clId="{5B96D2F7-9ADB-4623-B291-A498CDF8A31A}" dt="2026-07-18T19:57:10.653" v="4815" actId="207"/>
          <ac:spMkLst>
            <pc:docMk/>
            <pc:sldMk cId="1251347511" sldId="267"/>
            <ac:spMk id="3" creationId="{6016606F-5BCE-7FF7-DE0B-CA5B7107C93F}"/>
          </ac:spMkLst>
        </pc:spChg>
        <pc:spChg chg="add mod">
          <ac:chgData name="Daniel Gontijo" userId="3135c2a9333c642c" providerId="LiveId" clId="{5B96D2F7-9ADB-4623-B291-A498CDF8A31A}" dt="2026-07-18T20:31:24.468" v="6642"/>
          <ac:spMkLst>
            <pc:docMk/>
            <pc:sldMk cId="1251347511" sldId="267"/>
            <ac:spMk id="6" creationId="{1B7E2DD6-7C97-5300-2895-1DD1A8E10AA3}"/>
          </ac:spMkLst>
        </pc:spChg>
        <pc:spChg chg="del">
          <ac:chgData name="Daniel Gontijo" userId="3135c2a9333c642c" providerId="LiveId" clId="{5B96D2F7-9ADB-4623-B291-A498CDF8A31A}" dt="2026-07-18T19:36:53.946" v="3119" actId="478"/>
          <ac:spMkLst>
            <pc:docMk/>
            <pc:sldMk cId="1251347511" sldId="267"/>
            <ac:spMk id="6" creationId="{AF9E81C7-70B8-F2AA-E149-766BB07469F6}"/>
          </ac:spMkLst>
        </pc:spChg>
        <pc:spChg chg="add mod">
          <ac:chgData name="Daniel Gontijo" userId="3135c2a9333c642c" providerId="LiveId" clId="{5B96D2F7-9ADB-4623-B291-A498CDF8A31A}" dt="2026-07-18T20:41:34.630" v="6975" actId="20577"/>
          <ac:spMkLst>
            <pc:docMk/>
            <pc:sldMk cId="1251347511" sldId="267"/>
            <ac:spMk id="7" creationId="{68E55ABB-79A1-A9B6-C84D-A8DC18D6CB9D}"/>
          </ac:spMkLst>
        </pc:spChg>
        <pc:spChg chg="add del mod">
          <ac:chgData name="Daniel Gontijo" userId="3135c2a9333c642c" providerId="LiveId" clId="{5B96D2F7-9ADB-4623-B291-A498CDF8A31A}" dt="2026-07-18T20:31:36.868" v="6643" actId="21"/>
          <ac:spMkLst>
            <pc:docMk/>
            <pc:sldMk cId="1251347511" sldId="267"/>
            <ac:spMk id="9" creationId="{08F65100-2030-7228-D2B1-A1CF2D33BE29}"/>
          </ac:spMkLst>
        </pc:spChg>
        <pc:spChg chg="del">
          <ac:chgData name="Daniel Gontijo" userId="3135c2a9333c642c" providerId="LiveId" clId="{5B96D2F7-9ADB-4623-B291-A498CDF8A31A}" dt="2026-07-18T19:36:54.297" v="3120" actId="478"/>
          <ac:spMkLst>
            <pc:docMk/>
            <pc:sldMk cId="1251347511" sldId="267"/>
            <ac:spMk id="9" creationId="{C11DD99B-F70F-080D-DD16-7449B7543D77}"/>
          </ac:spMkLst>
        </pc:spChg>
        <pc:spChg chg="del">
          <ac:chgData name="Daniel Gontijo" userId="3135c2a9333c642c" providerId="LiveId" clId="{5B96D2F7-9ADB-4623-B291-A498CDF8A31A}" dt="2026-07-18T19:36:54.680" v="3121" actId="478"/>
          <ac:spMkLst>
            <pc:docMk/>
            <pc:sldMk cId="1251347511" sldId="267"/>
            <ac:spMk id="11" creationId="{3F91C886-418B-7EC2-D1D8-F67D85F29A22}"/>
          </ac:spMkLst>
        </pc:spChg>
        <pc:spChg chg="del">
          <ac:chgData name="Daniel Gontijo" userId="3135c2a9333c642c" providerId="LiveId" clId="{5B96D2F7-9ADB-4623-B291-A498CDF8A31A}" dt="2026-07-18T19:36:55.521" v="3122" actId="478"/>
          <ac:spMkLst>
            <pc:docMk/>
            <pc:sldMk cId="1251347511" sldId="267"/>
            <ac:spMk id="16" creationId="{A8CA0C91-0A8F-E2DA-2541-2105E768DBD2}"/>
          </ac:spMkLst>
        </pc:spChg>
        <pc:spChg chg="del">
          <ac:chgData name="Daniel Gontijo" userId="3135c2a9333c642c" providerId="LiveId" clId="{5B96D2F7-9ADB-4623-B291-A498CDF8A31A}" dt="2026-07-18T19:36:53.374" v="3118" actId="478"/>
          <ac:spMkLst>
            <pc:docMk/>
            <pc:sldMk cId="1251347511" sldId="267"/>
            <ac:spMk id="17" creationId="{6C25089B-646E-9EB8-CEC1-7366A51F6D92}"/>
          </ac:spMkLst>
        </pc:spChg>
      </pc:sldChg>
      <pc:sldChg chg="addSp modSp add mod">
        <pc:chgData name="Daniel Gontijo" userId="3135c2a9333c642c" providerId="LiveId" clId="{5B96D2F7-9ADB-4623-B291-A498CDF8A31A}" dt="2026-07-18T20:41:33.007" v="6973" actId="20577"/>
        <pc:sldMkLst>
          <pc:docMk/>
          <pc:sldMk cId="2405813876" sldId="268"/>
        </pc:sldMkLst>
        <pc:spChg chg="mod">
          <ac:chgData name="Daniel Gontijo" userId="3135c2a9333c642c" providerId="LiveId" clId="{5B96D2F7-9ADB-4623-B291-A498CDF8A31A}" dt="2026-07-18T19:57:03.214" v="4812" actId="207"/>
          <ac:spMkLst>
            <pc:docMk/>
            <pc:sldMk cId="2405813876" sldId="268"/>
            <ac:spMk id="3" creationId="{8696324C-FA72-3383-EC51-2806A1B0CAFB}"/>
          </ac:spMkLst>
        </pc:spChg>
        <pc:spChg chg="add mod">
          <ac:chgData name="Daniel Gontijo" userId="3135c2a9333c642c" providerId="LiveId" clId="{5B96D2F7-9ADB-4623-B291-A498CDF8A31A}" dt="2026-07-18T20:41:33.007" v="6973" actId="20577"/>
          <ac:spMkLst>
            <pc:docMk/>
            <pc:sldMk cId="2405813876" sldId="268"/>
            <ac:spMk id="6" creationId="{0E871430-6AED-D963-39B5-91C6C2D487B9}"/>
          </ac:spMkLst>
        </pc:spChg>
      </pc:sldChg>
      <pc:sldChg chg="addSp modSp add mod ord">
        <pc:chgData name="Daniel Gontijo" userId="3135c2a9333c642c" providerId="LiveId" clId="{5B96D2F7-9ADB-4623-B291-A498CDF8A31A}" dt="2026-07-18T20:41:43.227" v="6983" actId="20577"/>
        <pc:sldMkLst>
          <pc:docMk/>
          <pc:sldMk cId="590096185" sldId="269"/>
        </pc:sldMkLst>
        <pc:spChg chg="mod">
          <ac:chgData name="Daniel Gontijo" userId="3135c2a9333c642c" providerId="LiveId" clId="{5B96D2F7-9ADB-4623-B291-A498CDF8A31A}" dt="2026-07-18T20:22:11.085" v="6382" actId="404"/>
          <ac:spMkLst>
            <pc:docMk/>
            <pc:sldMk cId="590096185" sldId="269"/>
            <ac:spMk id="2" creationId="{B3B45F55-5F45-9D5D-4F22-A83F2D34D173}"/>
          </ac:spMkLst>
        </pc:spChg>
        <pc:spChg chg="mod">
          <ac:chgData name="Daniel Gontijo" userId="3135c2a9333c642c" providerId="LiveId" clId="{5B96D2F7-9ADB-4623-B291-A498CDF8A31A}" dt="2026-07-18T19:57:37.572" v="4824" actId="207"/>
          <ac:spMkLst>
            <pc:docMk/>
            <pc:sldMk cId="590096185" sldId="269"/>
            <ac:spMk id="3" creationId="{391C0298-5BA3-3E81-E046-9C71BDA6D66C}"/>
          </ac:spMkLst>
        </pc:spChg>
        <pc:spChg chg="add mod">
          <ac:chgData name="Daniel Gontijo" userId="3135c2a9333c642c" providerId="LiveId" clId="{5B96D2F7-9ADB-4623-B291-A498CDF8A31A}" dt="2026-07-18T20:41:43.227" v="6983" actId="20577"/>
          <ac:spMkLst>
            <pc:docMk/>
            <pc:sldMk cId="590096185" sldId="269"/>
            <ac:spMk id="6" creationId="{E2E871FF-CC37-8A00-62A2-40C9B81DC39D}"/>
          </ac:spMkLst>
        </pc:spChg>
      </pc:sldChg>
      <pc:sldChg chg="add del">
        <pc:chgData name="Daniel Gontijo" userId="3135c2a9333c642c" providerId="LiveId" clId="{5B96D2F7-9ADB-4623-B291-A498CDF8A31A}" dt="2026-07-18T19:43:57.159" v="4079" actId="2696"/>
        <pc:sldMkLst>
          <pc:docMk/>
          <pc:sldMk cId="3338846851" sldId="270"/>
        </pc:sldMkLst>
      </pc:sldChg>
      <pc:sldChg chg="addSp delSp modSp add mod setBg">
        <pc:chgData name="Daniel Gontijo" userId="3135c2a9333c642c" providerId="LiveId" clId="{5B96D2F7-9ADB-4623-B291-A498CDF8A31A}" dt="2026-07-18T20:41:36.558" v="6977" actId="20577"/>
        <pc:sldMkLst>
          <pc:docMk/>
          <pc:sldMk cId="2572634858" sldId="271"/>
        </pc:sldMkLst>
        <pc:spChg chg="mod">
          <ac:chgData name="Daniel Gontijo" userId="3135c2a9333c642c" providerId="LiveId" clId="{5B96D2F7-9ADB-4623-B291-A498CDF8A31A}" dt="2026-07-18T19:40:52.176" v="3780" actId="20577"/>
          <ac:spMkLst>
            <pc:docMk/>
            <pc:sldMk cId="2572634858" sldId="271"/>
            <ac:spMk id="2" creationId="{3432C2CE-335A-1586-80EB-132A19221DA5}"/>
          </ac:spMkLst>
        </pc:spChg>
        <pc:spChg chg="mod">
          <ac:chgData name="Daniel Gontijo" userId="3135c2a9333c642c" providerId="LiveId" clId="{5B96D2F7-9ADB-4623-B291-A498CDF8A31A}" dt="2026-07-18T19:57:17.328" v="4818" actId="207"/>
          <ac:spMkLst>
            <pc:docMk/>
            <pc:sldMk cId="2572634858" sldId="271"/>
            <ac:spMk id="3" creationId="{0FC2BDFA-DD08-4309-D647-7AF7674527C1}"/>
          </ac:spMkLst>
        </pc:spChg>
        <pc:spChg chg="add mod">
          <ac:chgData name="Daniel Gontijo" userId="3135c2a9333c642c" providerId="LiveId" clId="{5B96D2F7-9ADB-4623-B291-A498CDF8A31A}" dt="2026-07-18T20:41:36.558" v="6977" actId="20577"/>
          <ac:spMkLst>
            <pc:docMk/>
            <pc:sldMk cId="2572634858" sldId="271"/>
            <ac:spMk id="6" creationId="{F0483503-4A2D-5D06-2C2F-31D8F39FB4E2}"/>
          </ac:spMkLst>
        </pc:spChg>
        <pc:spChg chg="add del">
          <ac:chgData name="Daniel Gontijo" userId="3135c2a9333c642c" providerId="LiveId" clId="{5B96D2F7-9ADB-4623-B291-A498CDF8A31A}" dt="2026-07-18T20:33:42.611" v="6676" actId="478"/>
          <ac:spMkLst>
            <pc:docMk/>
            <pc:sldMk cId="2572634858" sldId="271"/>
            <ac:spMk id="7" creationId="{2B06EEF1-9DDA-D50C-AF5D-9537A5D93EDA}"/>
          </ac:spMkLst>
        </pc:spChg>
        <pc:spChg chg="add mod">
          <ac:chgData name="Daniel Gontijo" userId="3135c2a9333c642c" providerId="LiveId" clId="{5B96D2F7-9ADB-4623-B291-A498CDF8A31A}" dt="2026-07-18T20:33:40.442" v="6675" actId="6549"/>
          <ac:spMkLst>
            <pc:docMk/>
            <pc:sldMk cId="2572634858" sldId="271"/>
            <ac:spMk id="9" creationId="{B29B42EA-1126-BA4C-0A4C-0ABF60945E9B}"/>
          </ac:spMkLst>
        </pc:spChg>
      </pc:sldChg>
      <pc:sldChg chg="addSp modSp add mod ord setBg">
        <pc:chgData name="Daniel Gontijo" userId="3135c2a9333c642c" providerId="LiveId" clId="{5B96D2F7-9ADB-4623-B291-A498CDF8A31A}" dt="2026-07-18T20:41:39.023" v="6979" actId="20577"/>
        <pc:sldMkLst>
          <pc:docMk/>
          <pc:sldMk cId="2988265926" sldId="272"/>
        </pc:sldMkLst>
        <pc:spChg chg="mod">
          <ac:chgData name="Daniel Gontijo" userId="3135c2a9333c642c" providerId="LiveId" clId="{5B96D2F7-9ADB-4623-B291-A498CDF8A31A}" dt="2026-07-18T19:41:29.334" v="3814" actId="20577"/>
          <ac:spMkLst>
            <pc:docMk/>
            <pc:sldMk cId="2988265926" sldId="272"/>
            <ac:spMk id="2" creationId="{C7713274-252C-44BD-F705-C4AF83F9E5B7}"/>
          </ac:spMkLst>
        </pc:spChg>
        <pc:spChg chg="mod">
          <ac:chgData name="Daniel Gontijo" userId="3135c2a9333c642c" providerId="LiveId" clId="{5B96D2F7-9ADB-4623-B291-A498CDF8A31A}" dt="2026-07-18T19:57:27.665" v="4822" actId="207"/>
          <ac:spMkLst>
            <pc:docMk/>
            <pc:sldMk cId="2988265926" sldId="272"/>
            <ac:spMk id="3" creationId="{8E1E6EAF-FD4D-861C-639E-D901A2CFFD40}"/>
          </ac:spMkLst>
        </pc:spChg>
        <pc:spChg chg="add mod">
          <ac:chgData name="Daniel Gontijo" userId="3135c2a9333c642c" providerId="LiveId" clId="{5B96D2F7-9ADB-4623-B291-A498CDF8A31A}" dt="2026-07-18T20:41:39.023" v="6979" actId="20577"/>
          <ac:spMkLst>
            <pc:docMk/>
            <pc:sldMk cId="2988265926" sldId="272"/>
            <ac:spMk id="6" creationId="{3BE99942-BDDF-4A85-68C0-68F1C69BCE3D}"/>
          </ac:spMkLst>
        </pc:spChg>
      </pc:sldChg>
      <pc:sldChg chg="addSp delSp modSp add mod">
        <pc:chgData name="Daniel Gontijo" userId="3135c2a9333c642c" providerId="LiveId" clId="{5B96D2F7-9ADB-4623-B291-A498CDF8A31A}" dt="2026-07-18T20:41:40.973" v="6981" actId="20577"/>
        <pc:sldMkLst>
          <pc:docMk/>
          <pc:sldMk cId="3538967440" sldId="273"/>
        </pc:sldMkLst>
        <pc:spChg chg="mod">
          <ac:chgData name="Daniel Gontijo" userId="3135c2a9333c642c" providerId="LiveId" clId="{5B96D2F7-9ADB-4623-B291-A498CDF8A31A}" dt="2026-07-18T19:43:10.434" v="4063" actId="20577"/>
          <ac:spMkLst>
            <pc:docMk/>
            <pc:sldMk cId="3538967440" sldId="273"/>
            <ac:spMk id="2" creationId="{836A6F62-9A33-25D4-9FB3-F236C5F0A96F}"/>
          </ac:spMkLst>
        </pc:spChg>
        <pc:spChg chg="mod">
          <ac:chgData name="Daniel Gontijo" userId="3135c2a9333c642c" providerId="LiveId" clId="{5B96D2F7-9ADB-4623-B291-A498CDF8A31A}" dt="2026-07-18T19:57:31.929" v="4823" actId="207"/>
          <ac:spMkLst>
            <pc:docMk/>
            <pc:sldMk cId="3538967440" sldId="273"/>
            <ac:spMk id="3" creationId="{DBB49C41-91C5-B5CA-3BA0-8EA759557EF9}"/>
          </ac:spMkLst>
        </pc:spChg>
        <pc:spChg chg="add mod">
          <ac:chgData name="Daniel Gontijo" userId="3135c2a9333c642c" providerId="LiveId" clId="{5B96D2F7-9ADB-4623-B291-A498CDF8A31A}" dt="2026-07-18T20:41:40.973" v="6981" actId="20577"/>
          <ac:spMkLst>
            <pc:docMk/>
            <pc:sldMk cId="3538967440" sldId="273"/>
            <ac:spMk id="6" creationId="{EEA5539A-1E11-7C8D-DFAD-3D2CE8164C6F}"/>
          </ac:spMkLst>
        </pc:spChg>
        <pc:spChg chg="add del mod">
          <ac:chgData name="Daniel Gontijo" userId="3135c2a9333c642c" providerId="LiveId" clId="{5B96D2F7-9ADB-4623-B291-A498CDF8A31A}" dt="2026-07-18T20:33:25.877" v="6674" actId="478"/>
          <ac:spMkLst>
            <pc:docMk/>
            <pc:sldMk cId="3538967440" sldId="273"/>
            <ac:spMk id="7" creationId="{550E638A-01FB-B4B9-2136-0C44E3079AE5}"/>
          </ac:spMkLst>
        </pc:spChg>
        <pc:spChg chg="add mod">
          <ac:chgData name="Daniel Gontijo" userId="3135c2a9333c642c" providerId="LiveId" clId="{5B96D2F7-9ADB-4623-B291-A498CDF8A31A}" dt="2026-07-18T20:33:21.555" v="6673"/>
          <ac:spMkLst>
            <pc:docMk/>
            <pc:sldMk cId="3538967440" sldId="273"/>
            <ac:spMk id="9" creationId="{4ECC3339-DC5D-E8A5-09E3-009C6B5A1937}"/>
          </ac:spMkLst>
        </pc:spChg>
      </pc:sldChg>
      <pc:sldChg chg="addSp modSp add mod">
        <pc:chgData name="Daniel Gontijo" userId="3135c2a9333c642c" providerId="LiveId" clId="{5B96D2F7-9ADB-4623-B291-A498CDF8A31A}" dt="2026-07-18T20:41:45.449" v="6985" actId="20577"/>
        <pc:sldMkLst>
          <pc:docMk/>
          <pc:sldMk cId="4199079687" sldId="274"/>
        </pc:sldMkLst>
        <pc:spChg chg="mod">
          <ac:chgData name="Daniel Gontijo" userId="3135c2a9333c642c" providerId="LiveId" clId="{5B96D2F7-9ADB-4623-B291-A498CDF8A31A}" dt="2026-07-18T20:02:37.138" v="5458" actId="20577"/>
          <ac:spMkLst>
            <pc:docMk/>
            <pc:sldMk cId="4199079687" sldId="274"/>
            <ac:spMk id="2" creationId="{FEE956F1-8A3F-BE9F-499A-54E5B545874D}"/>
          </ac:spMkLst>
        </pc:spChg>
        <pc:spChg chg="mod">
          <ac:chgData name="Daniel Gontijo" userId="3135c2a9333c642c" providerId="LiveId" clId="{5B96D2F7-9ADB-4623-B291-A498CDF8A31A}" dt="2026-07-18T19:58:24.764" v="4894" actId="20577"/>
          <ac:spMkLst>
            <pc:docMk/>
            <pc:sldMk cId="4199079687" sldId="274"/>
            <ac:spMk id="3" creationId="{57A92845-47D9-F10B-D6A5-DCEF5199EAC7}"/>
          </ac:spMkLst>
        </pc:spChg>
        <pc:spChg chg="add mod">
          <ac:chgData name="Daniel Gontijo" userId="3135c2a9333c642c" providerId="LiveId" clId="{5B96D2F7-9ADB-4623-B291-A498CDF8A31A}" dt="2026-07-18T20:41:45.449" v="6985" actId="20577"/>
          <ac:spMkLst>
            <pc:docMk/>
            <pc:sldMk cId="4199079687" sldId="274"/>
            <ac:spMk id="4" creationId="{D380DE73-6648-E176-767F-602FE9BC6B92}"/>
          </ac:spMkLst>
        </pc:spChg>
      </pc:sldChg>
      <pc:sldChg chg="addSp delSp modSp add mod">
        <pc:chgData name="Daniel Gontijo" userId="3135c2a9333c642c" providerId="LiveId" clId="{5B96D2F7-9ADB-4623-B291-A498CDF8A31A}" dt="2026-07-18T20:41:14.670" v="6963" actId="20577"/>
        <pc:sldMkLst>
          <pc:docMk/>
          <pc:sldMk cId="2499311795" sldId="275"/>
        </pc:sldMkLst>
        <pc:spChg chg="add mod">
          <ac:chgData name="Daniel Gontijo" userId="3135c2a9333c642c" providerId="LiveId" clId="{5B96D2F7-9ADB-4623-B291-A498CDF8A31A}" dt="2026-07-18T20:41:14.670" v="6963" actId="20577"/>
          <ac:spMkLst>
            <pc:docMk/>
            <pc:sldMk cId="2499311795" sldId="275"/>
            <ac:spMk id="3" creationId="{40EFB3EF-2E5D-2E3D-0E52-75B6805FCCF0}"/>
          </ac:spMkLst>
        </pc:spChg>
        <pc:spChg chg="mod">
          <ac:chgData name="Daniel Gontijo" userId="3135c2a9333c642c" providerId="LiveId" clId="{5B96D2F7-9ADB-4623-B291-A498CDF8A31A}" dt="2026-07-18T20:05:30.630" v="5613" actId="1076"/>
          <ac:spMkLst>
            <pc:docMk/>
            <pc:sldMk cId="2499311795" sldId="275"/>
            <ac:spMk id="4" creationId="{31C9D068-19D8-277E-2814-01E9621C3A57}"/>
          </ac:spMkLst>
        </pc:spChg>
        <pc:spChg chg="del">
          <ac:chgData name="Daniel Gontijo" userId="3135c2a9333c642c" providerId="LiveId" clId="{5B96D2F7-9ADB-4623-B291-A498CDF8A31A}" dt="2026-07-18T20:05:26.474" v="5612" actId="478"/>
          <ac:spMkLst>
            <pc:docMk/>
            <pc:sldMk cId="2499311795" sldId="275"/>
            <ac:spMk id="7" creationId="{941E205B-595D-3DBD-2C22-B4CB8C5E226B}"/>
          </ac:spMkLst>
        </pc:spChg>
        <pc:spChg chg="del">
          <ac:chgData name="Daniel Gontijo" userId="3135c2a9333c642c" providerId="LiveId" clId="{5B96D2F7-9ADB-4623-B291-A498CDF8A31A}" dt="2026-07-18T20:05:26.474" v="5612" actId="478"/>
          <ac:spMkLst>
            <pc:docMk/>
            <pc:sldMk cId="2499311795" sldId="275"/>
            <ac:spMk id="9" creationId="{3A87B2D3-D24B-E8E7-A237-4EF9C3F71989}"/>
          </ac:spMkLst>
        </pc:spChg>
        <pc:spChg chg="mod">
          <ac:chgData name="Daniel Gontijo" userId="3135c2a9333c642c" providerId="LiveId" clId="{5B96D2F7-9ADB-4623-B291-A498CDF8A31A}" dt="2026-07-18T20:05:30.630" v="5613" actId="1076"/>
          <ac:spMkLst>
            <pc:docMk/>
            <pc:sldMk cId="2499311795" sldId="275"/>
            <ac:spMk id="11" creationId="{D73FA435-746C-8627-656C-345A6DC919FB}"/>
          </ac:spMkLst>
        </pc:spChg>
        <pc:graphicFrameChg chg="mod">
          <ac:chgData name="Daniel Gontijo" userId="3135c2a9333c642c" providerId="LiveId" clId="{5B96D2F7-9ADB-4623-B291-A498CDF8A31A}" dt="2026-07-18T20:05:30.630" v="5613" actId="1076"/>
          <ac:graphicFrameMkLst>
            <pc:docMk/>
            <pc:sldMk cId="2499311795" sldId="275"/>
            <ac:graphicFrameMk id="5" creationId="{B251B628-0651-0801-89E7-B88D4232CF19}"/>
          </ac:graphicFrameMkLst>
        </pc:graphicFrameChg>
        <pc:graphicFrameChg chg="del">
          <ac:chgData name="Daniel Gontijo" userId="3135c2a9333c642c" providerId="LiveId" clId="{5B96D2F7-9ADB-4623-B291-A498CDF8A31A}" dt="2026-07-18T20:05:26.474" v="5612" actId="478"/>
          <ac:graphicFrameMkLst>
            <pc:docMk/>
            <pc:sldMk cId="2499311795" sldId="275"/>
            <ac:graphicFrameMk id="8" creationId="{335BCF25-46B5-EEAF-48BA-9B56E9888420}"/>
          </ac:graphicFrameMkLst>
        </pc:graphicFrameChg>
      </pc:sldChg>
      <pc:sldChg chg="addSp delSp modSp add mod">
        <pc:chgData name="Daniel Gontijo" userId="3135c2a9333c642c" providerId="LiveId" clId="{5B96D2F7-9ADB-4623-B291-A498CDF8A31A}" dt="2026-07-18T20:41:26.596" v="6969" actId="20577"/>
        <pc:sldMkLst>
          <pc:docMk/>
          <pc:sldMk cId="4270455922" sldId="276"/>
        </pc:sldMkLst>
        <pc:spChg chg="del">
          <ac:chgData name="Daniel Gontijo" userId="3135c2a9333c642c" providerId="LiveId" clId="{5B96D2F7-9ADB-4623-B291-A498CDF8A31A}" dt="2026-07-18T20:06:47.999" v="5705" actId="478"/>
          <ac:spMkLst>
            <pc:docMk/>
            <pc:sldMk cId="4270455922" sldId="276"/>
            <ac:spMk id="4" creationId="{5876AF48-8AE7-BAAA-78A5-0C574AD88CFC}"/>
          </ac:spMkLst>
        </pc:spChg>
        <pc:spChg chg="add del">
          <ac:chgData name="Daniel Gontijo" userId="3135c2a9333c642c" providerId="LiveId" clId="{5B96D2F7-9ADB-4623-B291-A498CDF8A31A}" dt="2026-07-18T20:06:38.835" v="5696" actId="478"/>
          <ac:spMkLst>
            <pc:docMk/>
            <pc:sldMk cId="4270455922" sldId="276"/>
            <ac:spMk id="5" creationId="{1ADB3CCC-DFE1-CFC9-19C4-75883716C514}"/>
          </ac:spMkLst>
        </pc:spChg>
        <pc:spChg chg="del">
          <ac:chgData name="Daniel Gontijo" userId="3135c2a9333c642c" providerId="LiveId" clId="{5B96D2F7-9ADB-4623-B291-A498CDF8A31A}" dt="2026-07-18T20:06:47.999" v="5705" actId="478"/>
          <ac:spMkLst>
            <pc:docMk/>
            <pc:sldMk cId="4270455922" sldId="276"/>
            <ac:spMk id="6" creationId="{913D6E33-FFCB-345A-92AD-DC478664B21E}"/>
          </ac:spMkLst>
        </pc:spChg>
        <pc:spChg chg="add mod">
          <ac:chgData name="Daniel Gontijo" userId="3135c2a9333c642c" providerId="LiveId" clId="{5B96D2F7-9ADB-4623-B291-A498CDF8A31A}" dt="2026-07-18T20:41:26.596" v="6969" actId="20577"/>
          <ac:spMkLst>
            <pc:docMk/>
            <pc:sldMk cId="4270455922" sldId="276"/>
            <ac:spMk id="9" creationId="{11114678-583C-7D13-161A-BD9CCE4E4B23}"/>
          </ac:spMkLst>
        </pc:spChg>
        <pc:spChg chg="mod">
          <ac:chgData name="Daniel Gontijo" userId="3135c2a9333c642c" providerId="LiveId" clId="{5B96D2F7-9ADB-4623-B291-A498CDF8A31A}" dt="2026-07-18T20:06:51.681" v="5706" actId="1076"/>
          <ac:spMkLst>
            <pc:docMk/>
            <pc:sldMk cId="4270455922" sldId="276"/>
            <ac:spMk id="10" creationId="{8D50E1E8-8BC7-D6D9-37CE-D7CB513E76B7}"/>
          </ac:spMkLst>
        </pc:spChg>
        <pc:spChg chg="mod">
          <ac:chgData name="Daniel Gontijo" userId="3135c2a9333c642c" providerId="LiveId" clId="{5B96D2F7-9ADB-4623-B291-A498CDF8A31A}" dt="2026-07-18T20:06:51.681" v="5706" actId="1076"/>
          <ac:spMkLst>
            <pc:docMk/>
            <pc:sldMk cId="4270455922" sldId="276"/>
            <ac:spMk id="12" creationId="{D89F9C9C-9093-3928-430F-1B780A02331C}"/>
          </ac:spMkLst>
        </pc:spChg>
        <pc:graphicFrameChg chg="del">
          <ac:chgData name="Daniel Gontijo" userId="3135c2a9333c642c" providerId="LiveId" clId="{5B96D2F7-9ADB-4623-B291-A498CDF8A31A}" dt="2026-07-18T20:06:47.999" v="5705" actId="478"/>
          <ac:graphicFrameMkLst>
            <pc:docMk/>
            <pc:sldMk cId="4270455922" sldId="276"/>
            <ac:graphicFrameMk id="2" creationId="{7E6FCE51-8BDA-8FD9-8647-18C6C9C7F28D}"/>
          </ac:graphicFrameMkLst>
        </pc:graphicFrameChg>
        <pc:graphicFrameChg chg="mod">
          <ac:chgData name="Daniel Gontijo" userId="3135c2a9333c642c" providerId="LiveId" clId="{5B96D2F7-9ADB-4623-B291-A498CDF8A31A}" dt="2026-07-18T20:06:51.681" v="5706" actId="1076"/>
          <ac:graphicFrameMkLst>
            <pc:docMk/>
            <pc:sldMk cId="4270455922" sldId="276"/>
            <ac:graphicFrameMk id="8" creationId="{3362105A-EE43-4332-12D7-7BA7923A528E}"/>
          </ac:graphicFrameMkLst>
        </pc:graphicFrameChg>
      </pc:sldChg>
      <pc:sldChg chg="addSp delSp modSp new mod">
        <pc:chgData name="Daniel Gontijo" userId="3135c2a9333c642c" providerId="LiveId" clId="{5B96D2F7-9ADB-4623-B291-A498CDF8A31A}" dt="2026-07-18T20:36:19.381" v="6883" actId="478"/>
        <pc:sldMkLst>
          <pc:docMk/>
          <pc:sldMk cId="2062127057" sldId="277"/>
        </pc:sldMkLst>
        <pc:spChg chg="del">
          <ac:chgData name="Daniel Gontijo" userId="3135c2a9333c642c" providerId="LiveId" clId="{5B96D2F7-9ADB-4623-B291-A498CDF8A31A}" dt="2026-07-18T20:13:22.263" v="6102" actId="478"/>
          <ac:spMkLst>
            <pc:docMk/>
            <pc:sldMk cId="2062127057" sldId="277"/>
            <ac:spMk id="2" creationId="{A34A8284-39EB-C0E5-F503-6CF0CB4179D0}"/>
          </ac:spMkLst>
        </pc:spChg>
        <pc:spChg chg="del">
          <ac:chgData name="Daniel Gontijo" userId="3135c2a9333c642c" providerId="LiveId" clId="{5B96D2F7-9ADB-4623-B291-A498CDF8A31A}" dt="2026-07-18T20:13:22.263" v="6102" actId="478"/>
          <ac:spMkLst>
            <pc:docMk/>
            <pc:sldMk cId="2062127057" sldId="277"/>
            <ac:spMk id="3" creationId="{A1BC2E7D-5BAE-81CE-8D2C-CB0E19E5BC10}"/>
          </ac:spMkLst>
        </pc:spChg>
        <pc:spChg chg="add mod">
          <ac:chgData name="Daniel Gontijo" userId="3135c2a9333c642c" providerId="LiveId" clId="{5B96D2F7-9ADB-4623-B291-A498CDF8A31A}" dt="2026-07-18T20:34:48.080" v="6737" actId="20577"/>
          <ac:spMkLst>
            <pc:docMk/>
            <pc:sldMk cId="2062127057" sldId="277"/>
            <ac:spMk id="4" creationId="{5662C1EA-EB8C-2060-7DE0-19CCA905D257}"/>
          </ac:spMkLst>
        </pc:spChg>
        <pc:spChg chg="add mod">
          <ac:chgData name="Daniel Gontijo" userId="3135c2a9333c642c" providerId="LiveId" clId="{5B96D2F7-9ADB-4623-B291-A498CDF8A31A}" dt="2026-07-18T20:36:15.991" v="6882" actId="20577"/>
          <ac:spMkLst>
            <pc:docMk/>
            <pc:sldMk cId="2062127057" sldId="277"/>
            <ac:spMk id="8" creationId="{37315F56-84B9-D8F1-D2D0-BE89A43D52D2}"/>
          </ac:spMkLst>
        </pc:spChg>
        <pc:graphicFrameChg chg="add del mod">
          <ac:chgData name="Daniel Gontijo" userId="3135c2a9333c642c" providerId="LiveId" clId="{5B96D2F7-9ADB-4623-B291-A498CDF8A31A}" dt="2026-07-18T20:36:19.381" v="6883" actId="478"/>
          <ac:graphicFrameMkLst>
            <pc:docMk/>
            <pc:sldMk cId="2062127057" sldId="277"/>
            <ac:graphicFrameMk id="6" creationId="{BF301D12-197B-6BA4-F055-EF99EF97470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8DF49-F7BC-FF8B-FC5E-5EB531A09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07B39A-6258-5E04-ED0F-1203D02A3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12BFA2-9BA5-EAC6-F4EE-E070E646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904426-9AF7-2BCD-AA22-63D9153D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5A4A2F-CD26-2F08-B3F6-067EDE4B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15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EF3ED-6429-9CFC-1A8E-16730E95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A5010D-2C19-60B3-5E64-9F2BD4E69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8076B9-CFCD-85FD-E217-9FA67105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0BB222-3A07-5F50-D843-CA72F04C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B6448A-4017-0795-D070-8DC27818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11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9B8C3-98A5-D3D7-5A6B-952C9A1E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522F99-0B55-2615-51F2-4CE55B5F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35C6D6-1D1F-A73F-FBF9-AC25BBD5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2847A-EA3C-B9B9-22C2-567908E7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CC0432-A44E-4DDA-C5AB-2CF80612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08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E6B16-CD9A-992B-3D54-2FEAF0FD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6D6878-40B2-E6F0-9077-F2DDC8997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D8A989-AC53-2A6D-5CD0-5BFADBE50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56F774-CBF9-F5E6-4D0D-1B1381B3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2AAC91-B475-DC1C-A065-281B3644D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C0674C-10DF-22B7-E13A-0D504361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13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3B285-CE83-4926-682D-02EDAE5D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F5380B-C850-AF3C-F278-DD4801699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5C8CB8-B6DD-22EC-88F6-18E0B9A31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020931-49C6-575F-AF4D-16B32CC89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66B921-D55E-3650-1BEE-D934E2B22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5A97F1-4731-6CF1-49AF-64EC78C0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5EF5F1B-E8C2-49F0-2AA3-9C75A47B9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2C6C53-2E4B-8AA9-C1A1-C0CD2C09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15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77420-E4AA-5C46-C34F-AFBE727A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6850271-FA7A-2C5E-2BBD-2D297DAFA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60101A-B323-B59A-9E15-9720C149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9E3230-FD87-E8F1-9AE0-F4118E1F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417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8EEC82-415B-274F-5234-94DFFA18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4BBA906-4872-2117-6011-D9BB0FAE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2EEFEB-CD8D-BB88-F050-57830FC3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34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4178B-2579-BCAF-840A-42269070C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FE907E-AE47-1187-4E0D-9D1618E1D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8D6151-C6D0-D0DC-0117-CCAA8E815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188CB6-F7F9-82AC-429C-83F67236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919488-5809-3A29-4909-84760393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4F543E-464C-BAD5-21BF-A0448035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12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00141-4101-B93F-7722-5049AB08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2D2EE11-EF8F-AE26-5971-DD4CE3C7D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355716-42AE-EDB4-B0FF-A200FFCA3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E1F51C-D100-320F-439D-9C5BCB68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1FC4AA-7DA3-9153-6047-C9C88473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94BEE0-2108-989D-3362-A8E480E3B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390E6-9FC7-0950-1277-062A937B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807FF6-0338-6289-AB88-CDC222696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A4833-8022-0AF7-FEE9-E5AA15FA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1F7D3E-6EE1-7409-B6F5-223B13C2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A4017C-29DB-3E71-8CF7-69F15791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65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2277B6-6CAD-BBC5-4F79-BA0421627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4BB672-16FC-F3C7-3A04-0E589FA5B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4339A5-81B4-8910-8D68-7B34D090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6DFAD8-188C-47DD-10AA-1B9FA852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5FE1E9-97F1-2CAC-4B60-F6A75FC8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02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2C9E342-F3E0-E0A4-DBF4-F345021A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3BF7D7-4992-9A45-E876-4194E9E9F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FE0297-D875-99C4-B56F-38FEB91A5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28854-3C4C-40E1-AACB-FE1A54D839D7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39FF7E-C93D-56B9-75BE-28D0443AA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BE22C7-3279-904B-B818-632572196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06665-22E0-48E7-B380-9FDB22980E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06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0A61195-6CEF-7DE1-2CB4-135CBF1AD30E}"/>
              </a:ext>
            </a:extLst>
          </p:cNvPr>
          <p:cNvSpPr/>
          <p:nvPr/>
        </p:nvSpPr>
        <p:spPr>
          <a:xfrm>
            <a:off x="539034" y="1210611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NOVO ORC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9B0C936-DF1A-C716-9578-CE49908E22CA}"/>
              </a:ext>
            </a:extLst>
          </p:cNvPr>
          <p:cNvSpPr/>
          <p:nvPr/>
        </p:nvSpPr>
        <p:spPr>
          <a:xfrm>
            <a:off x="539034" y="2323614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CADASTROS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E64C515-AF9B-04D2-A889-1E1C76CBC4B8}"/>
              </a:ext>
            </a:extLst>
          </p:cNvPr>
          <p:cNvSpPr/>
          <p:nvPr/>
        </p:nvSpPr>
        <p:spPr>
          <a:xfrm>
            <a:off x="539034" y="3436617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HISTÓRICO DE VENDAS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394F7AE-CDF3-E63F-E1C5-FDF711420844}"/>
              </a:ext>
            </a:extLst>
          </p:cNvPr>
          <p:cNvSpPr txBox="1"/>
          <p:nvPr/>
        </p:nvSpPr>
        <p:spPr>
          <a:xfrm>
            <a:off x="724501" y="2209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TELA MENU (pode deixar mais moderno e clean)</a:t>
            </a:r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497FA1A-9396-C2D2-8081-8B3F8E22DCE5}"/>
              </a:ext>
            </a:extLst>
          </p:cNvPr>
          <p:cNvSpPr/>
          <p:nvPr/>
        </p:nvSpPr>
        <p:spPr>
          <a:xfrm>
            <a:off x="3139810" y="1423493"/>
            <a:ext cx="7361382" cy="20131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LOGO MASTER (FAVOR SUGERIR O PIXEL PARA UMA IMAGEM NESTA PROPORÇÃO)</a:t>
            </a:r>
          </a:p>
        </p:txBody>
      </p:sp>
    </p:spTree>
    <p:extLst>
      <p:ext uri="{BB962C8B-B14F-4D97-AF65-F5344CB8AC3E}">
        <p14:creationId xmlns:p14="http://schemas.microsoft.com/office/powerpoint/2010/main" val="768233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9E7F-316B-7375-61D2-83FDF345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2E88D132-72AC-6B8C-7EAE-5570F382C382}"/>
              </a:ext>
            </a:extLst>
          </p:cNvPr>
          <p:cNvSpPr/>
          <p:nvPr/>
        </p:nvSpPr>
        <p:spPr>
          <a:xfrm>
            <a:off x="69999" y="273557"/>
            <a:ext cx="5972133" cy="654026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SELECIONAR CLIENTE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A37D84-9923-9BED-3AC3-4559F3A8A922}"/>
              </a:ext>
            </a:extLst>
          </p:cNvPr>
          <p:cNvSpPr/>
          <p:nvPr/>
        </p:nvSpPr>
        <p:spPr>
          <a:xfrm>
            <a:off x="299400" y="507276"/>
            <a:ext cx="2719557" cy="440253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BOTÃO SELECIONAR CLIENTE </a:t>
            </a:r>
            <a:b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(abre </a:t>
            </a:r>
            <a:r>
              <a:rPr lang="pt-BR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 tela de seleção de cliente)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32D0911-9160-142C-76C1-C8DA96EBC255}"/>
              </a:ext>
            </a:extLst>
          </p:cNvPr>
          <p:cNvSpPr/>
          <p:nvPr/>
        </p:nvSpPr>
        <p:spPr>
          <a:xfrm>
            <a:off x="6378200" y="508624"/>
            <a:ext cx="1463040" cy="758952"/>
          </a:xfrm>
          <a:prstGeom prst="rect">
            <a:avLst/>
          </a:prstGeom>
          <a:solidFill>
            <a:schemeClr val="bg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Logo Cabeçalho</a:t>
            </a:r>
          </a:p>
          <a:p>
            <a:pPr algn="ctr"/>
            <a:r>
              <a:rPr lang="pt-B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(sugerir pixel para essa </a:t>
            </a:r>
            <a:r>
              <a:rPr lang="pt-BR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proposrção</a:t>
            </a:r>
            <a:r>
              <a:rPr lang="pt-B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F0AD360-CD65-3605-D51A-F729F7FA2913}"/>
              </a:ext>
            </a:extLst>
          </p:cNvPr>
          <p:cNvSpPr txBox="1"/>
          <p:nvPr/>
        </p:nvSpPr>
        <p:spPr>
          <a:xfrm>
            <a:off x="8039268" y="518768"/>
            <a:ext cx="31311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Nome da minha empresa</a:t>
            </a:r>
          </a:p>
          <a:p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CNPJ da minha empresa</a:t>
            </a:r>
          </a:p>
          <a:p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Telefone da minha empresa</a:t>
            </a:r>
          </a:p>
          <a:p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E-mail mail da minha empresa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DAA675C-360E-578F-4EDC-D6F34696E3D7}"/>
              </a:ext>
            </a:extLst>
          </p:cNvPr>
          <p:cNvSpPr txBox="1"/>
          <p:nvPr/>
        </p:nvSpPr>
        <p:spPr>
          <a:xfrm>
            <a:off x="6275676" y="1419314"/>
            <a:ext cx="49989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Número do Orçamento</a:t>
            </a:r>
          </a:p>
          <a:p>
            <a:endParaRPr lang="pt-B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 do Cliente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CNPJ do Cliente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Aos cuidados do Sr.(a) nome do solicitante</a:t>
            </a:r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15662B81-7935-2579-ED96-8A33EFEE0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05827"/>
              </p:ext>
            </p:extLst>
          </p:nvPr>
        </p:nvGraphicFramePr>
        <p:xfrm>
          <a:off x="6392052" y="2655849"/>
          <a:ext cx="4896384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57">
                  <a:extLst>
                    <a:ext uri="{9D8B030D-6E8A-4147-A177-3AD203B41FA5}">
                      <a16:colId xmlns:a16="http://schemas.microsoft.com/office/drawing/2014/main" val="2744795151"/>
                    </a:ext>
                  </a:extLst>
                </a:gridCol>
                <a:gridCol w="2105891">
                  <a:extLst>
                    <a:ext uri="{9D8B030D-6E8A-4147-A177-3AD203B41FA5}">
                      <a16:colId xmlns:a16="http://schemas.microsoft.com/office/drawing/2014/main" val="1815669094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499262220"/>
                    </a:ext>
                  </a:extLst>
                </a:gridCol>
                <a:gridCol w="498764">
                  <a:extLst>
                    <a:ext uri="{9D8B030D-6E8A-4147-A177-3AD203B41FA5}">
                      <a16:colId xmlns:a16="http://schemas.microsoft.com/office/drawing/2014/main" val="3105887998"/>
                    </a:ext>
                  </a:extLst>
                </a:gridCol>
                <a:gridCol w="653072">
                  <a:extLst>
                    <a:ext uri="{9D8B030D-6E8A-4147-A177-3AD203B41FA5}">
                      <a16:colId xmlns:a16="http://schemas.microsoft.com/office/drawing/2014/main" val="309128284"/>
                    </a:ext>
                  </a:extLst>
                </a:gridCol>
                <a:gridCol w="816064">
                  <a:extLst>
                    <a:ext uri="{9D8B030D-6E8A-4147-A177-3AD203B41FA5}">
                      <a16:colId xmlns:a16="http://schemas.microsoft.com/office/drawing/2014/main" val="6543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N°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Descrição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/>
                        <a:t>Und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/>
                        <a:t>Qtd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Preço Unit.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Valor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547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Etiqueta </a:t>
                      </a:r>
                      <a:r>
                        <a:rPr lang="pt-BR" sz="1000" dirty="0" err="1"/>
                        <a:t>Couche</a:t>
                      </a:r>
                      <a:r>
                        <a:rPr lang="pt-BR" sz="1000" dirty="0"/>
                        <a:t> 110x50 – Rolo com 1.000 – Tubete 1 </a:t>
                      </a:r>
                      <a:r>
                        <a:rPr lang="pt-BR" sz="1000" dirty="0" err="1"/>
                        <a:t>pol</a:t>
                      </a:r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R$30,00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R$1.500,00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521279"/>
                  </a:ext>
                </a:extLst>
              </a:tr>
            </a:tbl>
          </a:graphicData>
        </a:graphic>
      </p:graphicFrame>
      <p:sp>
        <p:nvSpPr>
          <p:cNvPr id="22" name="CaixaDeTexto 21">
            <a:extLst>
              <a:ext uri="{FF2B5EF4-FFF2-40B4-BE49-F238E27FC236}">
                <a16:creationId xmlns:a16="http://schemas.microsoft.com/office/drawing/2014/main" id="{DA203105-CD06-3B04-0376-1E5FA9DD738A}"/>
              </a:ext>
            </a:extLst>
          </p:cNvPr>
          <p:cNvSpPr txBox="1"/>
          <p:nvPr/>
        </p:nvSpPr>
        <p:spPr>
          <a:xfrm>
            <a:off x="6409047" y="3898508"/>
            <a:ext cx="24219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Condições Gerais de Fornecimento: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Validade da Proposta: 15 dias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Prazo de pagamento:21 dias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Prazo de entrega: 10 dias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Frete: CIF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Impostos: Inclusos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8CB3606-3A01-5CC6-D96E-8A26EE7B147D}"/>
              </a:ext>
            </a:extLst>
          </p:cNvPr>
          <p:cNvSpPr txBox="1"/>
          <p:nvPr/>
        </p:nvSpPr>
        <p:spPr>
          <a:xfrm>
            <a:off x="6392052" y="4914171"/>
            <a:ext cx="5000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Observações Adicionais: 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quantidades podem sofrer alterações de 10% para mais ou para menos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9501890-61FE-9657-528D-227B7517B85E}"/>
              </a:ext>
            </a:extLst>
          </p:cNvPr>
          <p:cNvSpPr/>
          <p:nvPr/>
        </p:nvSpPr>
        <p:spPr>
          <a:xfrm>
            <a:off x="9825396" y="5775141"/>
            <a:ext cx="1463040" cy="758952"/>
          </a:xfrm>
          <a:prstGeom prst="rect">
            <a:avLst/>
          </a:prstGeom>
          <a:solidFill>
            <a:schemeClr val="bg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Logo Rodapé (sugerir pixel para essa proporção)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3CE5079-9DA0-4108-AA36-D0EE76EBD1A6}"/>
              </a:ext>
            </a:extLst>
          </p:cNvPr>
          <p:cNvSpPr txBox="1"/>
          <p:nvPr/>
        </p:nvSpPr>
        <p:spPr>
          <a:xfrm>
            <a:off x="6418282" y="5564443"/>
            <a:ext cx="2421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Nome do Orçamentista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Cargo do orçamentista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Número telefone do orçamentista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Email do orçamentista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C50CF5D-8265-D603-2763-FC260DBDE5FA}"/>
              </a:ext>
            </a:extLst>
          </p:cNvPr>
          <p:cNvSpPr txBox="1"/>
          <p:nvPr/>
        </p:nvSpPr>
        <p:spPr>
          <a:xfrm>
            <a:off x="246083" y="1111844"/>
            <a:ext cx="3653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FORMAÇÃO DE ORÇAMENTO: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20F5103-A18F-74BF-38F2-9352378B87F2}"/>
              </a:ext>
            </a:extLst>
          </p:cNvPr>
          <p:cNvSpPr/>
          <p:nvPr/>
        </p:nvSpPr>
        <p:spPr>
          <a:xfrm>
            <a:off x="3170766" y="508087"/>
            <a:ext cx="2719557" cy="45842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BOTÃO CLIENTE AVULSO (abre </a:t>
            </a:r>
            <a:r>
              <a:rPr lang="pt-BR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tela de inserção de cliente avulso)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88AE8B9-75EB-4CAA-126E-B7C21F38FBDB}"/>
              </a:ext>
            </a:extLst>
          </p:cNvPr>
          <p:cNvSpPr/>
          <p:nvPr/>
        </p:nvSpPr>
        <p:spPr>
          <a:xfrm>
            <a:off x="246083" y="1443114"/>
            <a:ext cx="1610426" cy="410969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INSERIR NOVA ETIQUETA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EA54D84A-B9E5-8CCE-AD44-875C0EE1030A}"/>
              </a:ext>
            </a:extLst>
          </p:cNvPr>
          <p:cNvSpPr/>
          <p:nvPr/>
        </p:nvSpPr>
        <p:spPr>
          <a:xfrm>
            <a:off x="2227421" y="1449092"/>
            <a:ext cx="1610426" cy="409927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INSERIR NOVO SUPRIMENTO</a:t>
            </a:r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4971D3D6-B334-74CD-151C-F55DF32B7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222595"/>
              </p:ext>
            </p:extLst>
          </p:nvPr>
        </p:nvGraphicFramePr>
        <p:xfrm>
          <a:off x="175060" y="2608477"/>
          <a:ext cx="2843897" cy="230989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552425">
                  <a:extLst>
                    <a:ext uri="{9D8B030D-6E8A-4147-A177-3AD203B41FA5}">
                      <a16:colId xmlns:a16="http://schemas.microsoft.com/office/drawing/2014/main" val="32915819"/>
                    </a:ext>
                  </a:extLst>
                </a:gridCol>
                <a:gridCol w="1291472">
                  <a:extLst>
                    <a:ext uri="{9D8B030D-6E8A-4147-A177-3AD203B41FA5}">
                      <a16:colId xmlns:a16="http://schemas.microsoft.com/office/drawing/2014/main" val="2045133205"/>
                    </a:ext>
                  </a:extLst>
                </a:gridCol>
              </a:tblGrid>
              <a:tr h="445626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Dimensão da Etiqueta: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selecionado do banco)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221814"/>
                  </a:ext>
                </a:extLst>
              </a:tr>
              <a:tr h="340802">
                <a:tc>
                  <a:txBody>
                    <a:bodyPr/>
                    <a:lstStyle/>
                    <a:p>
                      <a:pPr algn="l"/>
                      <a:r>
                        <a:rPr lang="pt-BR" sz="1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Qtd</a:t>
                      </a: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de etiquetas por rolo: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697162"/>
                  </a:ext>
                </a:extLst>
              </a:tr>
              <a:tr h="340802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Unidade de Medida: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– Nativo “Rol”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124238"/>
                  </a:ext>
                </a:extLst>
              </a:tr>
              <a:tr h="340802">
                <a:tc>
                  <a:txBody>
                    <a:bodyPr/>
                    <a:lstStyle/>
                    <a:p>
                      <a:pPr algn="l"/>
                      <a:r>
                        <a:rPr lang="pt-BR" sz="1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Qtd</a:t>
                      </a: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total: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383122"/>
                  </a:ext>
                </a:extLst>
              </a:tr>
              <a:tr h="340802">
                <a:tc>
                  <a:txBody>
                    <a:bodyPr/>
                    <a:lstStyle/>
                    <a:p>
                      <a:pPr algn="l"/>
                      <a:r>
                        <a:rPr lang="pt-BR" sz="1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Qtd</a:t>
                      </a: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de Caixas: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272007"/>
                  </a:ext>
                </a:extLst>
              </a:tr>
              <a:tr h="445626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Valor do Frete: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 – valor nativo R$0,00)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086066"/>
                  </a:ext>
                </a:extLst>
              </a:tr>
            </a:tbl>
          </a:graphicData>
        </a:graphic>
      </p:graphicFrame>
      <p:graphicFrame>
        <p:nvGraphicFramePr>
          <p:cNvPr id="46" name="Tabela 45">
            <a:extLst>
              <a:ext uri="{FF2B5EF4-FFF2-40B4-BE49-F238E27FC236}">
                <a16:creationId xmlns:a16="http://schemas.microsoft.com/office/drawing/2014/main" id="{1683E0E9-C611-5F8E-62F6-DA611D93F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241762"/>
              </p:ext>
            </p:extLst>
          </p:nvPr>
        </p:nvGraphicFramePr>
        <p:xfrm>
          <a:off x="3092202" y="2608478"/>
          <a:ext cx="2843897" cy="19304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552425">
                  <a:extLst>
                    <a:ext uri="{9D8B030D-6E8A-4147-A177-3AD203B41FA5}">
                      <a16:colId xmlns:a16="http://schemas.microsoft.com/office/drawing/2014/main" val="32915819"/>
                    </a:ext>
                  </a:extLst>
                </a:gridCol>
                <a:gridCol w="1291472">
                  <a:extLst>
                    <a:ext uri="{9D8B030D-6E8A-4147-A177-3AD203B41FA5}">
                      <a16:colId xmlns:a16="http://schemas.microsoft.com/office/drawing/2014/main" val="2045133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Tipo de Matéria Prima: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selecionado do banco)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22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Tipo de Tubete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697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Tipo de Caixa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inserção, nativo caixa tipo 1)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38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Perda: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inserção, nativo 0%)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272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Lucro: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086066"/>
                  </a:ext>
                </a:extLst>
              </a:tr>
            </a:tbl>
          </a:graphicData>
        </a:graphic>
      </p:graphicFrame>
      <p:sp>
        <p:nvSpPr>
          <p:cNvPr id="48" name="Retângulo 47">
            <a:extLst>
              <a:ext uri="{FF2B5EF4-FFF2-40B4-BE49-F238E27FC236}">
                <a16:creationId xmlns:a16="http://schemas.microsoft.com/office/drawing/2014/main" id="{7953012A-E0D5-BE4D-25EB-ACF04A52E264}"/>
              </a:ext>
            </a:extLst>
          </p:cNvPr>
          <p:cNvSpPr/>
          <p:nvPr/>
        </p:nvSpPr>
        <p:spPr>
          <a:xfrm>
            <a:off x="6148947" y="273556"/>
            <a:ext cx="5972133" cy="654026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SELECIONAR CLIENTE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8D58129C-78AA-8365-FE9E-419417EE1433}"/>
              </a:ext>
            </a:extLst>
          </p:cNvPr>
          <p:cNvSpPr/>
          <p:nvPr/>
        </p:nvSpPr>
        <p:spPr>
          <a:xfrm>
            <a:off x="309153" y="5189403"/>
            <a:ext cx="2391694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Valor de Venda Unitário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46568140-9900-199F-0CE5-FEA3BD6BDF7B}"/>
              </a:ext>
            </a:extLst>
          </p:cNvPr>
          <p:cNvSpPr/>
          <p:nvPr/>
        </p:nvSpPr>
        <p:spPr>
          <a:xfrm>
            <a:off x="309153" y="5718310"/>
            <a:ext cx="2391695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valor de venda total deste item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ED0F1AAC-53FB-68F9-FCCB-0D1331F5D1FD}"/>
              </a:ext>
            </a:extLst>
          </p:cNvPr>
          <p:cNvSpPr/>
          <p:nvPr/>
        </p:nvSpPr>
        <p:spPr>
          <a:xfrm>
            <a:off x="309153" y="6247217"/>
            <a:ext cx="2391694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o lucro total deste item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2B3084EB-7F27-A833-A4CF-84ECB3497A73}"/>
              </a:ext>
            </a:extLst>
          </p:cNvPr>
          <p:cNvSpPr/>
          <p:nvPr/>
        </p:nvSpPr>
        <p:spPr>
          <a:xfrm>
            <a:off x="3415081" y="5189403"/>
            <a:ext cx="2391694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Exibir memória de cálculo (</a:t>
            </a:r>
            <a:r>
              <a:rPr lang="pt-BR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p/tela de memória de calculo)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FAC795D8-6D3B-FB48-A02A-4F7EB2F05486}"/>
              </a:ext>
            </a:extLst>
          </p:cNvPr>
          <p:cNvSpPr/>
          <p:nvPr/>
        </p:nvSpPr>
        <p:spPr>
          <a:xfrm>
            <a:off x="3415081" y="5718310"/>
            <a:ext cx="2391694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Inserir item na proposta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C5CAD256-124A-3C03-DF17-3E7E942A642C}"/>
              </a:ext>
            </a:extLst>
          </p:cNvPr>
          <p:cNvSpPr/>
          <p:nvPr/>
        </p:nvSpPr>
        <p:spPr>
          <a:xfrm>
            <a:off x="4176844" y="1445552"/>
            <a:ext cx="1713479" cy="410970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Definir Condições Gerais de Fornecimento (abre </a:t>
            </a:r>
            <a:r>
              <a:rPr lang="pt-BR" sz="105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4A4EDFC2-D4A8-5808-4227-9A2049300AC8}"/>
              </a:ext>
            </a:extLst>
          </p:cNvPr>
          <p:cNvSpPr txBox="1"/>
          <p:nvPr/>
        </p:nvSpPr>
        <p:spPr>
          <a:xfrm>
            <a:off x="233920" y="4870559"/>
            <a:ext cx="3653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//sistema realiza os cálculos </a:t>
            </a: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C9BDE0B6-42CB-7316-2B09-48BA4A8EC4C3}"/>
              </a:ext>
            </a:extLst>
          </p:cNvPr>
          <p:cNvSpPr/>
          <p:nvPr/>
        </p:nvSpPr>
        <p:spPr>
          <a:xfrm>
            <a:off x="233920" y="1966843"/>
            <a:ext cx="1622589" cy="543788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o lucro somado de todos os itens já inseridos na proposta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4957090F-86AC-E3B9-4225-C4A68F1B7EF2}"/>
              </a:ext>
            </a:extLst>
          </p:cNvPr>
          <p:cNvSpPr/>
          <p:nvPr/>
        </p:nvSpPr>
        <p:spPr>
          <a:xfrm>
            <a:off x="2227422" y="1959223"/>
            <a:ext cx="1622590" cy="543788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o total de frete incluso somando todos os itens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3C825C3F-D936-512F-D617-A1CB29CA936B}"/>
              </a:ext>
            </a:extLst>
          </p:cNvPr>
          <p:cNvSpPr/>
          <p:nvPr/>
        </p:nvSpPr>
        <p:spPr>
          <a:xfrm>
            <a:off x="4176844" y="1959223"/>
            <a:ext cx="1713479" cy="543788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Gerar PDF da Proposta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C10295A4-C05D-F1A2-B9C6-F90C75FD9BD0}"/>
              </a:ext>
            </a:extLst>
          </p:cNvPr>
          <p:cNvSpPr txBox="1"/>
          <p:nvPr/>
        </p:nvSpPr>
        <p:spPr>
          <a:xfrm>
            <a:off x="69999" y="-35802"/>
            <a:ext cx="5727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MENU -&gt; NOVO ORÇAMENTO -&gt;INSERIR ETIQUETA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FDE772-288D-AFFA-9342-3D3113F9F4E1}"/>
              </a:ext>
            </a:extLst>
          </p:cNvPr>
          <p:cNvSpPr txBox="1"/>
          <p:nvPr/>
        </p:nvSpPr>
        <p:spPr>
          <a:xfrm>
            <a:off x="6148947" y="246714"/>
            <a:ext cx="5386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ESSA TELA IRÁ ATUALIZANDO AUTOMÁTICAMENTE DE ACORDO COM AS INSERÇÕES</a:t>
            </a:r>
          </a:p>
        </p:txBody>
      </p:sp>
    </p:spTree>
    <p:extLst>
      <p:ext uri="{BB962C8B-B14F-4D97-AF65-F5344CB8AC3E}">
        <p14:creationId xmlns:p14="http://schemas.microsoft.com/office/powerpoint/2010/main" val="42869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8FE9-DFB4-02A6-344B-57029779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109A0F8F-4DBD-87A9-5464-23A36B1788FB}"/>
              </a:ext>
            </a:extLst>
          </p:cNvPr>
          <p:cNvSpPr/>
          <p:nvPr/>
        </p:nvSpPr>
        <p:spPr>
          <a:xfrm>
            <a:off x="69999" y="254703"/>
            <a:ext cx="5972133" cy="654026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SELECIONAR CLIENTE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81754A-5069-C775-FD3D-1ECB15016B8F}"/>
              </a:ext>
            </a:extLst>
          </p:cNvPr>
          <p:cNvSpPr/>
          <p:nvPr/>
        </p:nvSpPr>
        <p:spPr>
          <a:xfrm>
            <a:off x="299400" y="488422"/>
            <a:ext cx="2719557" cy="440253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BOTÃO SELECIONAR CLIENTE </a:t>
            </a:r>
            <a:b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(abre </a:t>
            </a:r>
            <a:r>
              <a:rPr lang="pt-BR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 tela de seleção de cliente)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6400CF2-4944-EAC4-B1D3-9B63028EC104}"/>
              </a:ext>
            </a:extLst>
          </p:cNvPr>
          <p:cNvSpPr txBox="1"/>
          <p:nvPr/>
        </p:nvSpPr>
        <p:spPr>
          <a:xfrm>
            <a:off x="8039268" y="499914"/>
            <a:ext cx="31311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Nome da minha empresa</a:t>
            </a:r>
          </a:p>
          <a:p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CNPJ da minha empresa</a:t>
            </a:r>
          </a:p>
          <a:p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Telefone da minha empresa</a:t>
            </a:r>
          </a:p>
          <a:p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E-mail mail da minha empresa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696FB07-5613-6C85-1EDF-2F841097E4AB}"/>
              </a:ext>
            </a:extLst>
          </p:cNvPr>
          <p:cNvSpPr txBox="1"/>
          <p:nvPr/>
        </p:nvSpPr>
        <p:spPr>
          <a:xfrm>
            <a:off x="6275676" y="1400460"/>
            <a:ext cx="49989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Número do Orçamento</a:t>
            </a:r>
          </a:p>
          <a:p>
            <a:endParaRPr lang="pt-B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 do Cliente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CNPJ do Cliente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Aos cuidados do Sr.(a) nome do solicitante</a:t>
            </a:r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B25E71DE-6B68-5DC2-B227-FE682C778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37874"/>
              </p:ext>
            </p:extLst>
          </p:nvPr>
        </p:nvGraphicFramePr>
        <p:xfrm>
          <a:off x="6392052" y="2636995"/>
          <a:ext cx="4896384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57">
                  <a:extLst>
                    <a:ext uri="{9D8B030D-6E8A-4147-A177-3AD203B41FA5}">
                      <a16:colId xmlns:a16="http://schemas.microsoft.com/office/drawing/2014/main" val="2744795151"/>
                    </a:ext>
                  </a:extLst>
                </a:gridCol>
                <a:gridCol w="2105891">
                  <a:extLst>
                    <a:ext uri="{9D8B030D-6E8A-4147-A177-3AD203B41FA5}">
                      <a16:colId xmlns:a16="http://schemas.microsoft.com/office/drawing/2014/main" val="1815669094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499262220"/>
                    </a:ext>
                  </a:extLst>
                </a:gridCol>
                <a:gridCol w="498764">
                  <a:extLst>
                    <a:ext uri="{9D8B030D-6E8A-4147-A177-3AD203B41FA5}">
                      <a16:colId xmlns:a16="http://schemas.microsoft.com/office/drawing/2014/main" val="3105887998"/>
                    </a:ext>
                  </a:extLst>
                </a:gridCol>
                <a:gridCol w="653072">
                  <a:extLst>
                    <a:ext uri="{9D8B030D-6E8A-4147-A177-3AD203B41FA5}">
                      <a16:colId xmlns:a16="http://schemas.microsoft.com/office/drawing/2014/main" val="309128284"/>
                    </a:ext>
                  </a:extLst>
                </a:gridCol>
                <a:gridCol w="816064">
                  <a:extLst>
                    <a:ext uri="{9D8B030D-6E8A-4147-A177-3AD203B41FA5}">
                      <a16:colId xmlns:a16="http://schemas.microsoft.com/office/drawing/2014/main" val="6543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N°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Descrição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/>
                        <a:t>Und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/>
                        <a:t>Qtd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Preço Unit.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Valor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547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Etiqueta </a:t>
                      </a:r>
                      <a:r>
                        <a:rPr lang="pt-BR" sz="1000" dirty="0" err="1"/>
                        <a:t>Couche</a:t>
                      </a:r>
                      <a:r>
                        <a:rPr lang="pt-BR" sz="1000" dirty="0"/>
                        <a:t> 110x50 – Rolo com 1.000 – Tubete 1 </a:t>
                      </a:r>
                      <a:r>
                        <a:rPr lang="pt-BR" sz="1000" dirty="0" err="1"/>
                        <a:t>pol</a:t>
                      </a:r>
                      <a:endParaRPr lang="pt-B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R$30,00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R$1.500,00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521279"/>
                  </a:ext>
                </a:extLst>
              </a:tr>
            </a:tbl>
          </a:graphicData>
        </a:graphic>
      </p:graphicFrame>
      <p:sp>
        <p:nvSpPr>
          <p:cNvPr id="22" name="CaixaDeTexto 21">
            <a:extLst>
              <a:ext uri="{FF2B5EF4-FFF2-40B4-BE49-F238E27FC236}">
                <a16:creationId xmlns:a16="http://schemas.microsoft.com/office/drawing/2014/main" id="{FFB3BFC9-AFCA-51F1-437A-CA530414BC9E}"/>
              </a:ext>
            </a:extLst>
          </p:cNvPr>
          <p:cNvSpPr txBox="1"/>
          <p:nvPr/>
        </p:nvSpPr>
        <p:spPr>
          <a:xfrm>
            <a:off x="6409047" y="3879654"/>
            <a:ext cx="24219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Condições Gerais de Fornecimento: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Validade da Proposta: 15 dias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Prazo de pagamento:21 dias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Prazo de entrega: 10 dias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Frete: CIF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Impostos: Inclusos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B98B736-00EC-6A5F-6ADF-3D14EC3C3842}"/>
              </a:ext>
            </a:extLst>
          </p:cNvPr>
          <p:cNvSpPr txBox="1"/>
          <p:nvPr/>
        </p:nvSpPr>
        <p:spPr>
          <a:xfrm>
            <a:off x="6392052" y="4895317"/>
            <a:ext cx="5000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Observações Adicionais: 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quantidades podem sofrer alterações de 10% para mais ou para menos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2DE0AFF-BF52-C659-5135-4C0D3EB06E2C}"/>
              </a:ext>
            </a:extLst>
          </p:cNvPr>
          <p:cNvSpPr txBox="1"/>
          <p:nvPr/>
        </p:nvSpPr>
        <p:spPr>
          <a:xfrm>
            <a:off x="6418282" y="5545589"/>
            <a:ext cx="2421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Nome do Orçamentista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Cargo do orçamentista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Número telefone do orçamentista</a:t>
            </a:r>
          </a:p>
          <a:p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Email do orçamentista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47D38C5-33E8-1710-29C9-6494A8582624}"/>
              </a:ext>
            </a:extLst>
          </p:cNvPr>
          <p:cNvSpPr txBox="1"/>
          <p:nvPr/>
        </p:nvSpPr>
        <p:spPr>
          <a:xfrm>
            <a:off x="246083" y="1092990"/>
            <a:ext cx="3653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FORMAÇÃO DE ORÇAMENTO: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051D974-D233-3D92-EBD7-A36CC4F433DA}"/>
              </a:ext>
            </a:extLst>
          </p:cNvPr>
          <p:cNvSpPr/>
          <p:nvPr/>
        </p:nvSpPr>
        <p:spPr>
          <a:xfrm>
            <a:off x="3170766" y="489233"/>
            <a:ext cx="2719557" cy="45842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BOTÃO CLIENTE AVULSO (abre </a:t>
            </a:r>
            <a:r>
              <a:rPr lang="pt-BR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tela de inserção de cliente avulso)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40901D5-2CC5-F42D-4A5F-8911C8198A9A}"/>
              </a:ext>
            </a:extLst>
          </p:cNvPr>
          <p:cNvSpPr/>
          <p:nvPr/>
        </p:nvSpPr>
        <p:spPr>
          <a:xfrm>
            <a:off x="246083" y="1424260"/>
            <a:ext cx="1610426" cy="410969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INSERIR NOVA ETIQUETA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7320E62-6D49-A7FA-62BD-7100F80FC163}"/>
              </a:ext>
            </a:extLst>
          </p:cNvPr>
          <p:cNvSpPr/>
          <p:nvPr/>
        </p:nvSpPr>
        <p:spPr>
          <a:xfrm>
            <a:off x="2227421" y="1430238"/>
            <a:ext cx="1610426" cy="409927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INSERIR NOVO SUPRIMENTO</a:t>
            </a:r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1CC7A50B-DC97-6C1A-E9FC-A8FDDF18C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930289"/>
              </p:ext>
            </p:extLst>
          </p:nvPr>
        </p:nvGraphicFramePr>
        <p:xfrm>
          <a:off x="246083" y="2584467"/>
          <a:ext cx="2843897" cy="23391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422831">
                  <a:extLst>
                    <a:ext uri="{9D8B030D-6E8A-4147-A177-3AD203B41FA5}">
                      <a16:colId xmlns:a16="http://schemas.microsoft.com/office/drawing/2014/main" val="32915819"/>
                    </a:ext>
                  </a:extLst>
                </a:gridCol>
                <a:gridCol w="1421066">
                  <a:extLst>
                    <a:ext uri="{9D8B030D-6E8A-4147-A177-3AD203B41FA5}">
                      <a16:colId xmlns:a16="http://schemas.microsoft.com/office/drawing/2014/main" val="2045133205"/>
                    </a:ext>
                  </a:extLst>
                </a:gridCol>
              </a:tblGrid>
              <a:tr h="287612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Descrição do Item: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(inserção)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081278"/>
                  </a:ext>
                </a:extLst>
              </a:tr>
              <a:tr h="287612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221814"/>
                  </a:ext>
                </a:extLst>
              </a:tr>
              <a:tr h="380596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Unidade de Medida: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– Nativo “Rol”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799363"/>
                  </a:ext>
                </a:extLst>
              </a:tr>
              <a:tr h="287612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Quantidade: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697162"/>
                  </a:ext>
                </a:extLst>
              </a:tr>
              <a:tr h="380596">
                <a:tc>
                  <a:txBody>
                    <a:bodyPr/>
                    <a:lstStyle/>
                    <a:p>
                      <a:pPr algn="l"/>
                      <a:r>
                        <a:rPr lang="pt-BR" sz="1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Difal</a:t>
                      </a:r>
                      <a:endParaRPr lang="pt-BR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Seleção de SIM ou NÃO. Valor nativo SIM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383122"/>
                  </a:ext>
                </a:extLst>
              </a:tr>
              <a:tr h="380596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Valor do Frete: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 – valor nativo R$0,00)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272007"/>
                  </a:ext>
                </a:extLst>
              </a:tr>
              <a:tr h="287612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Lucro: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(dado de inserção)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086066"/>
                  </a:ext>
                </a:extLst>
              </a:tr>
            </a:tbl>
          </a:graphicData>
        </a:graphic>
      </p:graphicFrame>
      <p:sp>
        <p:nvSpPr>
          <p:cNvPr id="48" name="Retângulo 47">
            <a:extLst>
              <a:ext uri="{FF2B5EF4-FFF2-40B4-BE49-F238E27FC236}">
                <a16:creationId xmlns:a16="http://schemas.microsoft.com/office/drawing/2014/main" id="{5EF942E8-316A-9DF8-B593-4A54DC3CAB42}"/>
              </a:ext>
            </a:extLst>
          </p:cNvPr>
          <p:cNvSpPr/>
          <p:nvPr/>
        </p:nvSpPr>
        <p:spPr>
          <a:xfrm>
            <a:off x="6148947" y="254702"/>
            <a:ext cx="5972133" cy="654026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SELECIONAR CLIENTE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8AC95BA3-289C-C2EE-F874-E72C50F4DB15}"/>
              </a:ext>
            </a:extLst>
          </p:cNvPr>
          <p:cNvSpPr/>
          <p:nvPr/>
        </p:nvSpPr>
        <p:spPr>
          <a:xfrm>
            <a:off x="299400" y="5205955"/>
            <a:ext cx="2391694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Valor de Venda Unitário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68B26CB2-AB2D-4A24-5EB5-4C734DE53B04}"/>
              </a:ext>
            </a:extLst>
          </p:cNvPr>
          <p:cNvSpPr/>
          <p:nvPr/>
        </p:nvSpPr>
        <p:spPr>
          <a:xfrm>
            <a:off x="299400" y="5734862"/>
            <a:ext cx="2391695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valor de venda total deste item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9411E892-881F-1C5D-E43D-49E4E1BAB2CA}"/>
              </a:ext>
            </a:extLst>
          </p:cNvPr>
          <p:cNvSpPr/>
          <p:nvPr/>
        </p:nvSpPr>
        <p:spPr>
          <a:xfrm>
            <a:off x="299400" y="6263769"/>
            <a:ext cx="2391694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o lucro total deste item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99B6E8FB-2399-4539-6F58-758C7C733A7A}"/>
              </a:ext>
            </a:extLst>
          </p:cNvPr>
          <p:cNvSpPr/>
          <p:nvPr/>
        </p:nvSpPr>
        <p:spPr>
          <a:xfrm>
            <a:off x="3405328" y="5205955"/>
            <a:ext cx="2391694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Exibir memória de cálculo (</a:t>
            </a:r>
            <a:r>
              <a:rPr lang="pt-BR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p/tela de memória de calculo)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D95005F-23D8-A136-F92D-0DA107349207}"/>
              </a:ext>
            </a:extLst>
          </p:cNvPr>
          <p:cNvSpPr/>
          <p:nvPr/>
        </p:nvSpPr>
        <p:spPr>
          <a:xfrm>
            <a:off x="3405328" y="5734862"/>
            <a:ext cx="2391694" cy="381381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Inserir item na proposta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6B1590EB-04E2-6CCC-6AE0-DD40B2AE3FFE}"/>
              </a:ext>
            </a:extLst>
          </p:cNvPr>
          <p:cNvSpPr/>
          <p:nvPr/>
        </p:nvSpPr>
        <p:spPr>
          <a:xfrm>
            <a:off x="4176844" y="1426698"/>
            <a:ext cx="1713479" cy="410970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Definir Condições Gerais de Fornecimento (abre </a:t>
            </a:r>
            <a:r>
              <a:rPr lang="pt-BR" sz="105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A7CF1AB2-F1C4-509E-0A77-46787BB250FC}"/>
              </a:ext>
            </a:extLst>
          </p:cNvPr>
          <p:cNvSpPr txBox="1"/>
          <p:nvPr/>
        </p:nvSpPr>
        <p:spPr>
          <a:xfrm>
            <a:off x="246083" y="4909977"/>
            <a:ext cx="3653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//sistema realiza os cálculos </a:t>
            </a: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FC68CD4D-677B-3BF0-F1D0-D23CBC7F1688}"/>
              </a:ext>
            </a:extLst>
          </p:cNvPr>
          <p:cNvSpPr/>
          <p:nvPr/>
        </p:nvSpPr>
        <p:spPr>
          <a:xfrm>
            <a:off x="233920" y="1947989"/>
            <a:ext cx="1622589" cy="543788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o lucro somado de todos os itens já inseridos na proposta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1357C614-976E-B32C-9623-A7D4389FD6A5}"/>
              </a:ext>
            </a:extLst>
          </p:cNvPr>
          <p:cNvSpPr/>
          <p:nvPr/>
        </p:nvSpPr>
        <p:spPr>
          <a:xfrm>
            <a:off x="2227422" y="1940369"/>
            <a:ext cx="1622590" cy="543788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Exibe o total de frete incluso somando todos os itens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5642D475-B45E-CEDE-F149-6E6DD170E8A9}"/>
              </a:ext>
            </a:extLst>
          </p:cNvPr>
          <p:cNvSpPr/>
          <p:nvPr/>
        </p:nvSpPr>
        <p:spPr>
          <a:xfrm>
            <a:off x="4176844" y="1940369"/>
            <a:ext cx="1713479" cy="543788"/>
          </a:xfrm>
          <a:prstGeom prst="rect">
            <a:avLst/>
          </a:prstGeom>
          <a:solidFill>
            <a:schemeClr val="bg2">
              <a:lumMod val="9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Gerar PDF da Proposta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584B67F-851C-0611-D9D8-3E0764E878E4}"/>
              </a:ext>
            </a:extLst>
          </p:cNvPr>
          <p:cNvSpPr/>
          <p:nvPr/>
        </p:nvSpPr>
        <p:spPr>
          <a:xfrm>
            <a:off x="6378200" y="508624"/>
            <a:ext cx="1463040" cy="758952"/>
          </a:xfrm>
          <a:prstGeom prst="rect">
            <a:avLst/>
          </a:prstGeom>
          <a:solidFill>
            <a:schemeClr val="bg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Logo Cabeçalho</a:t>
            </a:r>
          </a:p>
          <a:p>
            <a:pPr algn="ctr"/>
            <a:r>
              <a:rPr lang="pt-B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(sugerir pixel para essa </a:t>
            </a:r>
            <a:r>
              <a:rPr lang="pt-BR" sz="1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proposrção</a:t>
            </a:r>
            <a:r>
              <a:rPr lang="pt-B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0B741A1-8E56-695F-5EC5-8C2605C1AFCA}"/>
              </a:ext>
            </a:extLst>
          </p:cNvPr>
          <p:cNvSpPr/>
          <p:nvPr/>
        </p:nvSpPr>
        <p:spPr>
          <a:xfrm>
            <a:off x="9825396" y="5775141"/>
            <a:ext cx="1463040" cy="758952"/>
          </a:xfrm>
          <a:prstGeom prst="rect">
            <a:avLst/>
          </a:prstGeom>
          <a:solidFill>
            <a:schemeClr val="bg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Logo Rodapé (sugerir pixel para essa proporção)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B478153-F3BD-A52A-6A91-15F9CBA577E9}"/>
              </a:ext>
            </a:extLst>
          </p:cNvPr>
          <p:cNvSpPr txBox="1"/>
          <p:nvPr/>
        </p:nvSpPr>
        <p:spPr>
          <a:xfrm>
            <a:off x="69999" y="-35802"/>
            <a:ext cx="6152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MENU -&gt; NOVO ORÇAMENTO -&gt;INSERIR SUPRIMENTO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65089F-76C3-7C12-1105-304873B54482}"/>
              </a:ext>
            </a:extLst>
          </p:cNvPr>
          <p:cNvSpPr txBox="1"/>
          <p:nvPr/>
        </p:nvSpPr>
        <p:spPr>
          <a:xfrm>
            <a:off x="6148947" y="246714"/>
            <a:ext cx="5386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ESSA TELA IRÁ ATUALIZANDO AUTOMÁTICAMENTE DE ACORDO COM AS INSERÇÕES</a:t>
            </a:r>
          </a:p>
        </p:txBody>
      </p:sp>
    </p:spTree>
    <p:extLst>
      <p:ext uri="{BB962C8B-B14F-4D97-AF65-F5344CB8AC3E}">
        <p14:creationId xmlns:p14="http://schemas.microsoft.com/office/powerpoint/2010/main" val="149330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02DC6-5932-B50C-C98E-90F2D11F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9B4FB42-F394-1991-3480-478B03E383AB}"/>
              </a:ext>
            </a:extLst>
          </p:cNvPr>
          <p:cNvSpPr txBox="1"/>
          <p:nvPr/>
        </p:nvSpPr>
        <p:spPr>
          <a:xfrm>
            <a:off x="214525" y="588752"/>
            <a:ext cx="5797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Tela </a:t>
            </a:r>
            <a:r>
              <a:rPr lang="pt-BR" sz="1200" b="1" dirty="0" err="1"/>
              <a:t>popup</a:t>
            </a:r>
            <a:r>
              <a:rPr lang="pt-BR" sz="1200" b="1" dirty="0"/>
              <a:t> de Memória de Calculo de Etiquetas (correspondente a aba </a:t>
            </a:r>
            <a:r>
              <a:rPr lang="pt-BR" sz="1200" b="1" dirty="0" err="1"/>
              <a:t>ORC_Etq</a:t>
            </a:r>
            <a:r>
              <a:rPr lang="pt-BR" sz="1200" b="1" dirty="0"/>
              <a:t>)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16FE377-FE84-A026-437D-5E2A995A0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632400"/>
              </p:ext>
            </p:extLst>
          </p:nvPr>
        </p:nvGraphicFramePr>
        <p:xfrm>
          <a:off x="308793" y="901597"/>
          <a:ext cx="7157234" cy="30384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65923">
                  <a:extLst>
                    <a:ext uri="{9D8B030D-6E8A-4147-A177-3AD203B41FA5}">
                      <a16:colId xmlns:a16="http://schemas.microsoft.com/office/drawing/2014/main" val="2522937123"/>
                    </a:ext>
                  </a:extLst>
                </a:gridCol>
                <a:gridCol w="1111803">
                  <a:extLst>
                    <a:ext uri="{9D8B030D-6E8A-4147-A177-3AD203B41FA5}">
                      <a16:colId xmlns:a16="http://schemas.microsoft.com/office/drawing/2014/main" val="1180996669"/>
                    </a:ext>
                  </a:extLst>
                </a:gridCol>
                <a:gridCol w="778262">
                  <a:extLst>
                    <a:ext uri="{9D8B030D-6E8A-4147-A177-3AD203B41FA5}">
                      <a16:colId xmlns:a16="http://schemas.microsoft.com/office/drawing/2014/main" val="22018561"/>
                    </a:ext>
                  </a:extLst>
                </a:gridCol>
                <a:gridCol w="2001246">
                  <a:extLst>
                    <a:ext uri="{9D8B030D-6E8A-4147-A177-3AD203B41FA5}">
                      <a16:colId xmlns:a16="http://schemas.microsoft.com/office/drawing/2014/main" val="285108993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Dimensão (seleção)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100 x 49 x 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0,005497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m2 da faca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9800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Qtd Etiquetas por Rolo (imput)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1500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8,2454697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m2 do rolo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025223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Número de Rolos (imput)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120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989,45636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m2 total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4369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Matéria Prima (seleção)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Couche Colacril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3,30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m2 Matéria Prima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2760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Tubete (seleção)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110 x 1 pol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0,31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Unitário do Tubete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8102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Tipo de Caixa (seleção)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Caixa Tipo 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5,00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Unitário por Caixa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36672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Qtd de Caixas (imput)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60,00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Total de Caixas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92506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Perda de processo (Imput)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-  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de perca de processo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936331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por rolo sem frete(calculado)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   28,02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9054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Frete (imput)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120,00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1,00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Frete por rolo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172896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por rolo com frete (calculado)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   29,02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18894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Lucro por rolo (Imput)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8,41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Lucro sobre o custo sem frete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0795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Lucro total (calculado)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1.008,72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3348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Preço de Venda do rolo sem imposto (calculado)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   37,43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86848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Preço de Venda do rolo com imposto (calculado)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   40,68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30993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Valor da Venda Total (Calculado)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4.881,66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8801601"/>
                  </a:ext>
                </a:extLst>
              </a:tr>
            </a:tbl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2C1A3A74-A77C-BE3F-E1FF-FF48EE591EB3}"/>
              </a:ext>
            </a:extLst>
          </p:cNvPr>
          <p:cNvSpPr/>
          <p:nvPr/>
        </p:nvSpPr>
        <p:spPr>
          <a:xfrm>
            <a:off x="214525" y="510625"/>
            <a:ext cx="7965649" cy="35519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2B219C3-799C-E5CF-5F22-576CA72C744A}"/>
              </a:ext>
            </a:extLst>
          </p:cNvPr>
          <p:cNvSpPr txBox="1"/>
          <p:nvPr/>
        </p:nvSpPr>
        <p:spPr>
          <a:xfrm>
            <a:off x="69999" y="-35802"/>
            <a:ext cx="9531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 MENU -&gt; NOVO ORÇAMENTO -&gt; TELA POP UP DE MEMÓRIA DE CALCULO DE ETIQUETAS</a:t>
            </a:r>
          </a:p>
        </p:txBody>
      </p:sp>
    </p:spTree>
    <p:extLst>
      <p:ext uri="{BB962C8B-B14F-4D97-AF65-F5344CB8AC3E}">
        <p14:creationId xmlns:p14="http://schemas.microsoft.com/office/powerpoint/2010/main" val="107486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EBC5-C31F-C144-326E-5CB24C22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1C9D068-19D8-277E-2814-01E9621C3A57}"/>
              </a:ext>
            </a:extLst>
          </p:cNvPr>
          <p:cNvSpPr txBox="1"/>
          <p:nvPr/>
        </p:nvSpPr>
        <p:spPr>
          <a:xfrm>
            <a:off x="149871" y="613605"/>
            <a:ext cx="6414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Tela </a:t>
            </a:r>
            <a:r>
              <a:rPr lang="pt-BR" sz="1200" b="1" dirty="0" err="1"/>
              <a:t>popup</a:t>
            </a:r>
            <a:r>
              <a:rPr lang="pt-BR" sz="1200" b="1" dirty="0"/>
              <a:t> de Memória de Calculo Suprimento (correspondente a aba </a:t>
            </a:r>
            <a:r>
              <a:rPr lang="pt-BR" sz="1200" b="1" dirty="0" err="1"/>
              <a:t>ORC_Suprimentos</a:t>
            </a:r>
            <a:r>
              <a:rPr lang="pt-BR" sz="1200" b="1" dirty="0"/>
              <a:t>)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251B628-0651-0801-89E7-B88D4232C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078708"/>
              </p:ext>
            </p:extLst>
          </p:nvPr>
        </p:nvGraphicFramePr>
        <p:xfrm>
          <a:off x="244139" y="962295"/>
          <a:ext cx="6179706" cy="19050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429164">
                  <a:extLst>
                    <a:ext uri="{9D8B030D-6E8A-4147-A177-3AD203B41FA5}">
                      <a16:colId xmlns:a16="http://schemas.microsoft.com/office/drawing/2014/main" val="198501813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745470077"/>
                    </a:ext>
                  </a:extLst>
                </a:gridCol>
                <a:gridCol w="914261">
                  <a:extLst>
                    <a:ext uri="{9D8B030D-6E8A-4147-A177-3AD203B41FA5}">
                      <a16:colId xmlns:a16="http://schemas.microsoft.com/office/drawing/2014/main" val="443999792"/>
                    </a:ext>
                  </a:extLst>
                </a:gridCol>
                <a:gridCol w="1727917">
                  <a:extLst>
                    <a:ext uri="{9D8B030D-6E8A-4147-A177-3AD203B41FA5}">
                      <a16:colId xmlns:a16="http://schemas.microsoft.com/office/drawing/2014/main" val="317328157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Custo (</a:t>
                      </a:r>
                      <a:r>
                        <a:rPr lang="pt-BR" sz="1100" u="none" strike="noStrike" dirty="0" err="1">
                          <a:effectLst/>
                        </a:rPr>
                        <a:t>Imput</a:t>
                      </a:r>
                      <a:r>
                        <a:rPr lang="pt-BR" sz="1100" u="none" strike="noStrike" dirty="0">
                          <a:effectLst/>
                        </a:rPr>
                        <a:t>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     2,90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9580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Frete (</a:t>
                      </a:r>
                      <a:r>
                        <a:rPr lang="pt-BR" sz="1100" u="none" strike="noStrike" dirty="0" err="1">
                          <a:effectLst/>
                        </a:rPr>
                        <a:t>Imput</a:t>
                      </a:r>
                      <a:r>
                        <a:rPr lang="pt-BR" sz="1100" u="none" strike="noStrike" dirty="0">
                          <a:effectLst/>
                        </a:rPr>
                        <a:t>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120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0,40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Custo de frete por unidade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89706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Quantidade (</a:t>
                      </a:r>
                      <a:r>
                        <a:rPr lang="pt-BR" sz="1100" u="none" strike="noStrike" dirty="0" err="1">
                          <a:effectLst/>
                        </a:rPr>
                        <a:t>Imput</a:t>
                      </a:r>
                      <a:r>
                        <a:rPr lang="pt-BR" sz="1100" u="none" strike="noStrike" dirty="0">
                          <a:effectLst/>
                        </a:rPr>
                        <a:t>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87698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 err="1">
                          <a:effectLst/>
                        </a:rPr>
                        <a:t>Difal</a:t>
                      </a:r>
                      <a:r>
                        <a:rPr lang="pt-BR" sz="1100" u="none" strike="noStrike" dirty="0">
                          <a:effectLst/>
                        </a:rPr>
                        <a:t> (Seleção)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SIM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 R$       0,21 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Calculo custo difal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54585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Custo Unitário (Calculo)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     3,51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72559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Lucro (</a:t>
                      </a:r>
                      <a:r>
                        <a:rPr lang="pt-BR" sz="1100" u="none" strike="noStrike" dirty="0" err="1">
                          <a:effectLst/>
                        </a:rPr>
                        <a:t>Imput</a:t>
                      </a:r>
                      <a:r>
                        <a:rPr lang="pt-BR" sz="1100" u="none" strike="noStrike" dirty="0">
                          <a:effectLst/>
                        </a:rPr>
                        <a:t>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20%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0,58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58626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Preço de Venda sem imposto (Calculo)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     4,09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64766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Preço de Venda com imposto (Calculo)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 R$                  4,50 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44399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Valor da Venda Total (Calculo)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 R$          1.348,91 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 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21587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Lucro Total (Calculo)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 R$             174,00 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 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605170"/>
                  </a:ext>
                </a:extLst>
              </a:tr>
            </a:tbl>
          </a:graphicData>
        </a:graphic>
      </p:graphicFrame>
      <p:sp>
        <p:nvSpPr>
          <p:cNvPr id="11" name="Retângulo 10">
            <a:extLst>
              <a:ext uri="{FF2B5EF4-FFF2-40B4-BE49-F238E27FC236}">
                <a16:creationId xmlns:a16="http://schemas.microsoft.com/office/drawing/2014/main" id="{D73FA435-746C-8627-656C-345A6DC919FB}"/>
              </a:ext>
            </a:extLst>
          </p:cNvPr>
          <p:cNvSpPr/>
          <p:nvPr/>
        </p:nvSpPr>
        <p:spPr>
          <a:xfrm>
            <a:off x="149870" y="497409"/>
            <a:ext cx="7965649" cy="26699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EFB3EF-2E5D-2E3D-0E52-75B6805FCCF0}"/>
              </a:ext>
            </a:extLst>
          </p:cNvPr>
          <p:cNvSpPr txBox="1"/>
          <p:nvPr/>
        </p:nvSpPr>
        <p:spPr>
          <a:xfrm>
            <a:off x="69999" y="-35802"/>
            <a:ext cx="99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 MENU -&gt; NOVO ORÇAMENTO -&gt; TELA POP UP DE MEMÓRIA DE CALCULO DE SUPRIMENTOS</a:t>
            </a:r>
          </a:p>
        </p:txBody>
      </p:sp>
    </p:spTree>
    <p:extLst>
      <p:ext uri="{BB962C8B-B14F-4D97-AF65-F5344CB8AC3E}">
        <p14:creationId xmlns:p14="http://schemas.microsoft.com/office/powerpoint/2010/main" val="249931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025E-B6D6-457F-9913-6D6F0800E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C2ECD969-9703-0FBE-B775-E8275B13D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58118"/>
              </p:ext>
            </p:extLst>
          </p:nvPr>
        </p:nvGraphicFramePr>
        <p:xfrm>
          <a:off x="627406" y="861104"/>
          <a:ext cx="8128000" cy="4079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63307">
                  <a:extLst>
                    <a:ext uri="{9D8B030D-6E8A-4147-A177-3AD203B41FA5}">
                      <a16:colId xmlns:a16="http://schemas.microsoft.com/office/drawing/2014/main" val="1888754829"/>
                    </a:ext>
                  </a:extLst>
                </a:gridCol>
                <a:gridCol w="6464693">
                  <a:extLst>
                    <a:ext uri="{9D8B030D-6E8A-4147-A177-3AD203B41FA5}">
                      <a16:colId xmlns:a16="http://schemas.microsoft.com/office/drawing/2014/main" val="1594570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Nome do solicitante: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66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Validade da proposta: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– Nativo 15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107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Prazo de pagamento: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– Nativo 21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698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Prazo de entrega: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– Nativo 5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47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Frete: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Seleção CIF ou FOB ou Taxa – Em caso de taxa (permitir inserção)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042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Impostos: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– Nativo “Inclusos”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998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Informações Adicionais: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– Nativo “As quantidades podem sofrer alterações de 10% para mais ou para menos“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61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Nome do Orçamentista: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– Nativo “Daniel”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14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Cargo Orçamentista: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– Nativo “Diretor”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10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Telefone do Orçamentista: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- +55 31 99830-8560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336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Email do Orçamentista: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(Campo de Inserção) – Nativo “daniel@ribbontechbrasil.com”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884925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E32BD1A3-A23F-9EE6-EDD7-561E82D4F727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ABED7AC-9193-B58B-CC21-72A169D1AA88}"/>
              </a:ext>
            </a:extLst>
          </p:cNvPr>
          <p:cNvSpPr txBox="1"/>
          <p:nvPr/>
        </p:nvSpPr>
        <p:spPr>
          <a:xfrm>
            <a:off x="627406" y="481355"/>
            <a:ext cx="3876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Tela </a:t>
            </a:r>
            <a:r>
              <a:rPr lang="pt-B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popup</a:t>
            </a: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Condições Gerais de Fornecimento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A5CA47-1197-5AEA-89AD-57608A5DC0BD}"/>
              </a:ext>
            </a:extLst>
          </p:cNvPr>
          <p:cNvSpPr txBox="1"/>
          <p:nvPr/>
        </p:nvSpPr>
        <p:spPr>
          <a:xfrm>
            <a:off x="69999" y="-35802"/>
            <a:ext cx="9819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 MENU -&gt; NOVO ORÇAMENTO -&gt; TELA POP UP DE CONDIÇÕES GERAIS DE FORNECIMENTO</a:t>
            </a:r>
          </a:p>
        </p:txBody>
      </p:sp>
    </p:spTree>
    <p:extLst>
      <p:ext uri="{BB962C8B-B14F-4D97-AF65-F5344CB8AC3E}">
        <p14:creationId xmlns:p14="http://schemas.microsoft.com/office/powerpoint/2010/main" val="347071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DB8C-B386-EDFB-8FF5-891BC210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7D6E1C8-1A78-DC97-C939-9E046A6F0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36976"/>
              </p:ext>
            </p:extLst>
          </p:nvPr>
        </p:nvGraphicFramePr>
        <p:xfrm>
          <a:off x="504857" y="1134445"/>
          <a:ext cx="707429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038">
                  <a:extLst>
                    <a:ext uri="{9D8B030D-6E8A-4147-A177-3AD203B41FA5}">
                      <a16:colId xmlns:a16="http://schemas.microsoft.com/office/drawing/2014/main" val="2014084561"/>
                    </a:ext>
                  </a:extLst>
                </a:gridCol>
                <a:gridCol w="4732255">
                  <a:extLst>
                    <a:ext uri="{9D8B030D-6E8A-4147-A177-3AD203B41FA5}">
                      <a16:colId xmlns:a16="http://schemas.microsoft.com/office/drawing/2014/main" val="3690023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CNPJ (pesquisa pra inserção)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Nome Cliente (pesquisa pra inserção)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96966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D06EECD9-2BDE-BCE0-A7B6-A4358D2C0871}"/>
              </a:ext>
            </a:extLst>
          </p:cNvPr>
          <p:cNvSpPr/>
          <p:nvPr/>
        </p:nvSpPr>
        <p:spPr>
          <a:xfrm>
            <a:off x="59178" y="725063"/>
            <a:ext cx="7965649" cy="1763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F6044E6-D0D3-910A-C2A9-78EC4848B18D}"/>
              </a:ext>
            </a:extLst>
          </p:cNvPr>
          <p:cNvSpPr txBox="1"/>
          <p:nvPr/>
        </p:nvSpPr>
        <p:spPr>
          <a:xfrm>
            <a:off x="417137" y="725063"/>
            <a:ext cx="2580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Tela </a:t>
            </a:r>
            <a:r>
              <a:rPr lang="pt-BR" sz="1200" b="1" dirty="0" err="1"/>
              <a:t>popup</a:t>
            </a:r>
            <a:r>
              <a:rPr lang="pt-BR" sz="1200" b="1" dirty="0"/>
              <a:t> de seleção de cliente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A4EF7CA-E05D-AC07-5043-CE6D72F80C8B}"/>
              </a:ext>
            </a:extLst>
          </p:cNvPr>
          <p:cNvSpPr txBox="1"/>
          <p:nvPr/>
        </p:nvSpPr>
        <p:spPr>
          <a:xfrm>
            <a:off x="69999" y="-35802"/>
            <a:ext cx="7861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 MENU -&gt; NOVO ORÇAMENTO -&gt; TELA POP UP DE SELEÇÃO DE CLIENTE</a:t>
            </a:r>
          </a:p>
        </p:txBody>
      </p:sp>
    </p:spTree>
    <p:extLst>
      <p:ext uri="{BB962C8B-B14F-4D97-AF65-F5344CB8AC3E}">
        <p14:creationId xmlns:p14="http://schemas.microsoft.com/office/powerpoint/2010/main" val="96477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03EF9-CDCF-78FF-5A2D-D552F879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362105A-EE43-4332-12D7-7BA7923A5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433841"/>
              </p:ext>
            </p:extLst>
          </p:nvPr>
        </p:nvGraphicFramePr>
        <p:xfrm>
          <a:off x="615693" y="1099950"/>
          <a:ext cx="707429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038">
                  <a:extLst>
                    <a:ext uri="{9D8B030D-6E8A-4147-A177-3AD203B41FA5}">
                      <a16:colId xmlns:a16="http://schemas.microsoft.com/office/drawing/2014/main" val="2014084561"/>
                    </a:ext>
                  </a:extLst>
                </a:gridCol>
                <a:gridCol w="4732255">
                  <a:extLst>
                    <a:ext uri="{9D8B030D-6E8A-4147-A177-3AD203B41FA5}">
                      <a16:colId xmlns:a16="http://schemas.microsoft.com/office/drawing/2014/main" val="3690023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CNPJ (inserção)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Nome Cliente (inserção)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969663"/>
                  </a:ext>
                </a:extLst>
              </a:tr>
            </a:tbl>
          </a:graphicData>
        </a:graphic>
      </p:graphicFrame>
      <p:sp>
        <p:nvSpPr>
          <p:cNvPr id="10" name="Retângulo 9">
            <a:extLst>
              <a:ext uri="{FF2B5EF4-FFF2-40B4-BE49-F238E27FC236}">
                <a16:creationId xmlns:a16="http://schemas.microsoft.com/office/drawing/2014/main" id="{8D50E1E8-8BC7-D6D9-37CE-D7CB513E76B7}"/>
              </a:ext>
            </a:extLst>
          </p:cNvPr>
          <p:cNvSpPr/>
          <p:nvPr/>
        </p:nvSpPr>
        <p:spPr>
          <a:xfrm>
            <a:off x="170014" y="690568"/>
            <a:ext cx="7965649" cy="1763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9F9C9C-9093-3928-430F-1B780A02331C}"/>
              </a:ext>
            </a:extLst>
          </p:cNvPr>
          <p:cNvSpPr txBox="1"/>
          <p:nvPr/>
        </p:nvSpPr>
        <p:spPr>
          <a:xfrm>
            <a:off x="527973" y="690568"/>
            <a:ext cx="2580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Tela </a:t>
            </a:r>
            <a:r>
              <a:rPr lang="pt-BR" sz="1200" b="1" dirty="0" err="1"/>
              <a:t>popup</a:t>
            </a:r>
            <a:r>
              <a:rPr lang="pt-BR" sz="1200" b="1" dirty="0"/>
              <a:t> de cliente avulso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1114678-583C-7D13-161A-BD9CCE4E4B23}"/>
              </a:ext>
            </a:extLst>
          </p:cNvPr>
          <p:cNvSpPr txBox="1"/>
          <p:nvPr/>
        </p:nvSpPr>
        <p:spPr>
          <a:xfrm>
            <a:off x="69999" y="-35802"/>
            <a:ext cx="8741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 MENU -&gt; NOVO ORÇAMENTO -&gt; TELA POP UP DE SELEÇÃO DE CLIENTE AVULSO</a:t>
            </a:r>
          </a:p>
        </p:txBody>
      </p:sp>
    </p:spTree>
    <p:extLst>
      <p:ext uri="{BB962C8B-B14F-4D97-AF65-F5344CB8AC3E}">
        <p14:creationId xmlns:p14="http://schemas.microsoft.com/office/powerpoint/2010/main" val="427045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0A95-8985-9409-05A1-BAD61B7A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C2895F3-2A4E-FAF3-1D29-EA0A34F6D109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F92E2A0-32E5-B9CE-FDF0-5A03422EA64B}"/>
              </a:ext>
            </a:extLst>
          </p:cNvPr>
          <p:cNvSpPr/>
          <p:nvPr/>
        </p:nvSpPr>
        <p:spPr>
          <a:xfrm>
            <a:off x="2109955" y="973270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55E190A-FFA1-71E3-0F02-27FA7182728C}"/>
              </a:ext>
            </a:extLst>
          </p:cNvPr>
          <p:cNvSpPr/>
          <p:nvPr/>
        </p:nvSpPr>
        <p:spPr>
          <a:xfrm>
            <a:off x="4049592" y="973270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Matéria Prima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7DF6487-5D7B-2E72-1FBE-85446AD3886F}"/>
              </a:ext>
            </a:extLst>
          </p:cNvPr>
          <p:cNvSpPr/>
          <p:nvPr/>
        </p:nvSpPr>
        <p:spPr>
          <a:xfrm>
            <a:off x="5924573" y="973270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C93889-D9C1-6997-60A8-6FEA90EF5C3C}"/>
              </a:ext>
            </a:extLst>
          </p:cNvPr>
          <p:cNvSpPr/>
          <p:nvPr/>
        </p:nvSpPr>
        <p:spPr>
          <a:xfrm>
            <a:off x="2109955" y="2084847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5A2F888-D398-5D19-CD63-C26B33D4F6CC}"/>
              </a:ext>
            </a:extLst>
          </p:cNvPr>
          <p:cNvSpPr/>
          <p:nvPr/>
        </p:nvSpPr>
        <p:spPr>
          <a:xfrm>
            <a:off x="4049592" y="2084847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Caixas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B97719F-98E1-2A98-DB5D-A2F76793C2E8}"/>
              </a:ext>
            </a:extLst>
          </p:cNvPr>
          <p:cNvSpPr/>
          <p:nvPr/>
        </p:nvSpPr>
        <p:spPr>
          <a:xfrm>
            <a:off x="5924573" y="2084847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Valores Nativos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E1BC987-9D33-48E6-F418-BED2005D7B61}"/>
              </a:ext>
            </a:extLst>
          </p:cNvPr>
          <p:cNvSpPr/>
          <p:nvPr/>
        </p:nvSpPr>
        <p:spPr>
          <a:xfrm>
            <a:off x="1330036" y="3112655"/>
            <a:ext cx="7361382" cy="20131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LOGO MASTER (FAVOR SUGERIR O PIXEL PARA UMA IMAGEM NESTA PROPORÇÃO)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3251960-222A-0046-A01C-2D37B478963B}"/>
              </a:ext>
            </a:extLst>
          </p:cNvPr>
          <p:cNvSpPr txBox="1"/>
          <p:nvPr/>
        </p:nvSpPr>
        <p:spPr>
          <a:xfrm>
            <a:off x="69999" y="-35802"/>
            <a:ext cx="2953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 MENU -&gt; CADASTROS</a:t>
            </a:r>
          </a:p>
        </p:txBody>
      </p:sp>
    </p:spTree>
    <p:extLst>
      <p:ext uri="{BB962C8B-B14F-4D97-AF65-F5344CB8AC3E}">
        <p14:creationId xmlns:p14="http://schemas.microsoft.com/office/powerpoint/2010/main" val="3068337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88D3-1762-8346-9BBB-6FC089245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2F79ACB-179A-FA90-8CAB-CB1C9E6961A6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696324C-FA72-3383-EC51-2806A1B0CAFB}"/>
              </a:ext>
            </a:extLst>
          </p:cNvPr>
          <p:cNvSpPr/>
          <p:nvPr/>
        </p:nvSpPr>
        <p:spPr>
          <a:xfrm>
            <a:off x="493591" y="702006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6A62038-D74D-785A-5C62-D64053A61ECD}"/>
              </a:ext>
            </a:extLst>
          </p:cNvPr>
          <p:cNvSpPr txBox="1"/>
          <p:nvPr/>
        </p:nvSpPr>
        <p:spPr>
          <a:xfrm>
            <a:off x="849745" y="1921164"/>
            <a:ext cx="721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Nesta tela será possível ver e pesquisar os clientes já cadastrados</a:t>
            </a:r>
          </a:p>
          <a:p>
            <a:r>
              <a:rPr lang="pt-BR" dirty="0"/>
              <a:t>Será possível editar um cliente já cadastrado</a:t>
            </a:r>
            <a:br>
              <a:rPr lang="pt-BR" dirty="0"/>
            </a:br>
            <a:r>
              <a:rPr lang="pt-BR" dirty="0"/>
              <a:t>Será possível inserir ou excluir um cliente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871430-6AED-D963-39B5-91C6C2D487B9}"/>
              </a:ext>
            </a:extLst>
          </p:cNvPr>
          <p:cNvSpPr txBox="1"/>
          <p:nvPr/>
        </p:nvSpPr>
        <p:spPr>
          <a:xfrm>
            <a:off x="69999" y="-35802"/>
            <a:ext cx="4244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 MENU -&gt; CADASTROS -&gt; CLIENTES</a:t>
            </a:r>
          </a:p>
        </p:txBody>
      </p:sp>
    </p:spTree>
    <p:extLst>
      <p:ext uri="{BB962C8B-B14F-4D97-AF65-F5344CB8AC3E}">
        <p14:creationId xmlns:p14="http://schemas.microsoft.com/office/powerpoint/2010/main" val="2405813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CCBE-C4D5-E81F-A86B-0C1E1018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CC82027-287F-A8DC-C952-1AD40FD972C1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016606F-5BCE-7FF7-DE0B-CA5B7107C93F}"/>
              </a:ext>
            </a:extLst>
          </p:cNvPr>
          <p:cNvSpPr/>
          <p:nvPr/>
        </p:nvSpPr>
        <p:spPr>
          <a:xfrm>
            <a:off x="493591" y="702006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</a:t>
            </a: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342F9AC-F86F-F383-3C4D-666D72741E18}"/>
              </a:ext>
            </a:extLst>
          </p:cNvPr>
          <p:cNvSpPr txBox="1"/>
          <p:nvPr/>
        </p:nvSpPr>
        <p:spPr>
          <a:xfrm>
            <a:off x="849744" y="1921164"/>
            <a:ext cx="78416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Nessa tela será possível ver e pesquisar as matérias primas cadastradas</a:t>
            </a:r>
          </a:p>
          <a:p>
            <a:r>
              <a:rPr lang="pt-BR" sz="1400" dirty="0"/>
              <a:t>Nessa tela será possível editar e atualizar o preço de compra e custo da matéria prima</a:t>
            </a:r>
          </a:p>
          <a:p>
            <a:r>
              <a:rPr lang="pt-BR" sz="1400" dirty="0"/>
              <a:t>Nessa tela será possível inserir ou excluir matérias primas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8E55ABB-79A1-A9B6-C84D-A8DC18D6CB9D}"/>
              </a:ext>
            </a:extLst>
          </p:cNvPr>
          <p:cNvSpPr txBox="1"/>
          <p:nvPr/>
        </p:nvSpPr>
        <p:spPr>
          <a:xfrm>
            <a:off x="257141" y="-53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TELA  </a:t>
            </a:r>
            <a:r>
              <a:rPr lang="pt-BR" sz="1800" dirty="0"/>
              <a:t>MENU -&gt; CADASTROS -&gt; MATÉRIA PRIMA 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7E2DD6-7C97-5300-2895-1DD1A8E10AA3}"/>
              </a:ext>
            </a:extLst>
          </p:cNvPr>
          <p:cNvSpPr txBox="1"/>
          <p:nvPr/>
        </p:nvSpPr>
        <p:spPr>
          <a:xfrm>
            <a:off x="849743" y="3343877"/>
            <a:ext cx="784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Atenção, já há matérias primas cadastradas. Deverá existir um novo campo para cada matéria prima, que será o campo de inserção de texto “nome de exibição </a:t>
            </a:r>
            <a:r>
              <a:rPr lang="pt-BR" sz="1400" dirty="0" err="1"/>
              <a:t>mp</a:t>
            </a:r>
            <a:r>
              <a:rPr lang="pt-BR" sz="1400" dirty="0"/>
              <a:t> ORC”</a:t>
            </a:r>
          </a:p>
        </p:txBody>
      </p:sp>
    </p:spTree>
    <p:extLst>
      <p:ext uri="{BB962C8B-B14F-4D97-AF65-F5344CB8AC3E}">
        <p14:creationId xmlns:p14="http://schemas.microsoft.com/office/powerpoint/2010/main" val="1251347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9298-C32F-1ABF-D20E-FD6818CF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AF1A116-96CF-E68B-849B-B3C24933E15F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C2BDFA-DD08-4309-D647-7AF7674527C1}"/>
              </a:ext>
            </a:extLst>
          </p:cNvPr>
          <p:cNvSpPr/>
          <p:nvPr/>
        </p:nvSpPr>
        <p:spPr>
          <a:xfrm>
            <a:off x="493591" y="702006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Tubetes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432C2CE-335A-1586-80EB-132A19221DA5}"/>
              </a:ext>
            </a:extLst>
          </p:cNvPr>
          <p:cNvSpPr txBox="1"/>
          <p:nvPr/>
        </p:nvSpPr>
        <p:spPr>
          <a:xfrm>
            <a:off x="849744" y="1921164"/>
            <a:ext cx="78416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Nessa tela será possível ver e pesquisar os tubetes cadastrados</a:t>
            </a:r>
          </a:p>
          <a:p>
            <a:r>
              <a:rPr lang="pt-BR" sz="1400" dirty="0"/>
              <a:t>Nessa tela será possível editar e atualizar o preço de compra e custo dos tubetes</a:t>
            </a:r>
          </a:p>
          <a:p>
            <a:r>
              <a:rPr lang="pt-BR" sz="1400" dirty="0"/>
              <a:t>Nessa tela será possível inserir ou excluir tubetes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483503-4A2D-5D06-2C2F-31D8F39FB4E2}"/>
              </a:ext>
            </a:extLst>
          </p:cNvPr>
          <p:cNvSpPr txBox="1"/>
          <p:nvPr/>
        </p:nvSpPr>
        <p:spPr>
          <a:xfrm>
            <a:off x="257141" y="16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TELA  </a:t>
            </a:r>
            <a:r>
              <a:rPr lang="pt-BR" sz="1800" dirty="0"/>
              <a:t>MENU -&gt; CADASTROS -&gt; TUBETES 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29B42EA-1126-BA4C-0A4C-0ABF60945E9B}"/>
              </a:ext>
            </a:extLst>
          </p:cNvPr>
          <p:cNvSpPr txBox="1"/>
          <p:nvPr/>
        </p:nvSpPr>
        <p:spPr>
          <a:xfrm>
            <a:off x="849743" y="3343877"/>
            <a:ext cx="784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Atenção, já há tubetes cadastradas. Deverá existir um novo campo para cada tubete, que será o campo de inserção de texto “nome de exibição tubete ORC”</a:t>
            </a:r>
          </a:p>
        </p:txBody>
      </p:sp>
    </p:spTree>
    <p:extLst>
      <p:ext uri="{BB962C8B-B14F-4D97-AF65-F5344CB8AC3E}">
        <p14:creationId xmlns:p14="http://schemas.microsoft.com/office/powerpoint/2010/main" val="2572634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B401-841F-4AB8-AD15-6EB88533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6732D14-92C8-8C8B-831A-4A8785F1EE3B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1E6EAF-FD4D-861C-639E-D901A2CFFD40}"/>
              </a:ext>
            </a:extLst>
          </p:cNvPr>
          <p:cNvSpPr/>
          <p:nvPr/>
        </p:nvSpPr>
        <p:spPr>
          <a:xfrm>
            <a:off x="493591" y="702006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Caixas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7713274-252C-44BD-F705-C4AF83F9E5B7}"/>
              </a:ext>
            </a:extLst>
          </p:cNvPr>
          <p:cNvSpPr txBox="1"/>
          <p:nvPr/>
        </p:nvSpPr>
        <p:spPr>
          <a:xfrm>
            <a:off x="849744" y="1921164"/>
            <a:ext cx="78416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Nessa tela será possível ver e pesquisar as caixas cadastradas</a:t>
            </a:r>
          </a:p>
          <a:p>
            <a:r>
              <a:rPr lang="pt-BR" sz="1400" dirty="0"/>
              <a:t>Nessa tela será possível editar e atualizar o preço de custo das caixas</a:t>
            </a:r>
          </a:p>
          <a:p>
            <a:r>
              <a:rPr lang="pt-BR" sz="1400" dirty="0"/>
              <a:t>Nessa tela será possível inserir ou excluir caixas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E99942-BDDF-4A85-68C0-68F1C69BCE3D}"/>
              </a:ext>
            </a:extLst>
          </p:cNvPr>
          <p:cNvSpPr txBox="1"/>
          <p:nvPr/>
        </p:nvSpPr>
        <p:spPr>
          <a:xfrm>
            <a:off x="166254" y="-53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TELA  </a:t>
            </a:r>
            <a:r>
              <a:rPr lang="pt-BR" sz="1800" dirty="0"/>
              <a:t>MENU -&gt; CADASTROS -&gt; CAIXAS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8265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F535E-3A6B-8D0C-81D1-88A404E9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8CDD609-BA86-DF3A-9A49-3B2BE717CD52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BB49C41-91C5-B5CA-3BA0-8EA759557EF9}"/>
              </a:ext>
            </a:extLst>
          </p:cNvPr>
          <p:cNvSpPr/>
          <p:nvPr/>
        </p:nvSpPr>
        <p:spPr>
          <a:xfrm>
            <a:off x="493591" y="702006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36A6F62-9A33-25D4-9FB3-F236C5F0A96F}"/>
              </a:ext>
            </a:extLst>
          </p:cNvPr>
          <p:cNvSpPr txBox="1"/>
          <p:nvPr/>
        </p:nvSpPr>
        <p:spPr>
          <a:xfrm>
            <a:off x="849744" y="1921164"/>
            <a:ext cx="78416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Nessa tela será possível ver e pesquisar as facas cadastradas</a:t>
            </a:r>
          </a:p>
          <a:p>
            <a:r>
              <a:rPr lang="pt-BR" sz="1400" dirty="0"/>
              <a:t>Nessa tela será possível editar e atualizar as informações de Largura, Altura, Gap Lateral, Gap Vertical das Facas</a:t>
            </a:r>
          </a:p>
          <a:p>
            <a:endParaRPr lang="pt-BR" sz="1400" dirty="0"/>
          </a:p>
          <a:p>
            <a:r>
              <a:rPr lang="pt-BR" sz="1400" dirty="0"/>
              <a:t>Nessa tela será possível inserir uma nova faca, juntamente com seus campos de Largura, Altura, Gap Lateral, Gap Vertical das Facas.</a:t>
            </a:r>
          </a:p>
          <a:p>
            <a:r>
              <a:rPr lang="pt-BR" sz="1400" dirty="0"/>
              <a:t>Nessa tela será possível excluir facas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A5539A-1E11-7C8D-DFAD-3D2CE8164C6F}"/>
              </a:ext>
            </a:extLst>
          </p:cNvPr>
          <p:cNvSpPr txBox="1"/>
          <p:nvPr/>
        </p:nvSpPr>
        <p:spPr>
          <a:xfrm>
            <a:off x="120073" y="-53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TELA  </a:t>
            </a:r>
            <a:r>
              <a:rPr lang="pt-BR" sz="1800" dirty="0"/>
              <a:t>MENU -&gt; CADASTROS -&gt; FACAS 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ECC3339-DC5D-E8A5-09E3-009C6B5A1937}"/>
              </a:ext>
            </a:extLst>
          </p:cNvPr>
          <p:cNvSpPr txBox="1"/>
          <p:nvPr/>
        </p:nvSpPr>
        <p:spPr>
          <a:xfrm>
            <a:off x="922896" y="3692238"/>
            <a:ext cx="784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Atenção, já há facas cadastradas. Deverá existir um novo campo para cada faca, que será o campo de inserção de texto “nome de exibição faca ORC”</a:t>
            </a:r>
          </a:p>
        </p:txBody>
      </p:sp>
    </p:spTree>
    <p:extLst>
      <p:ext uri="{BB962C8B-B14F-4D97-AF65-F5344CB8AC3E}">
        <p14:creationId xmlns:p14="http://schemas.microsoft.com/office/powerpoint/2010/main" val="3538967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60148-37FA-6DAE-C6B4-C020299D5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C1B5AC5-2F74-6300-071A-D8E053DECC06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91C0298-5BA3-3E81-E046-9C71BDA6D66C}"/>
              </a:ext>
            </a:extLst>
          </p:cNvPr>
          <p:cNvSpPr/>
          <p:nvPr/>
        </p:nvSpPr>
        <p:spPr>
          <a:xfrm>
            <a:off x="493591" y="702006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Valores Nativos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B45F55-5F45-9D5D-4F22-A83F2D34D173}"/>
              </a:ext>
            </a:extLst>
          </p:cNvPr>
          <p:cNvSpPr txBox="1"/>
          <p:nvPr/>
        </p:nvSpPr>
        <p:spPr>
          <a:xfrm>
            <a:off x="858982" y="1597892"/>
            <a:ext cx="72136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Nessa tela podemos </a:t>
            </a:r>
            <a:r>
              <a:rPr lang="pt-BR" sz="1200" dirty="0" err="1"/>
              <a:t>setar</a:t>
            </a:r>
            <a:r>
              <a:rPr lang="pt-BR" sz="1200" dirty="0"/>
              <a:t> os valores nativos de:</a:t>
            </a:r>
          </a:p>
          <a:p>
            <a:endParaRPr lang="pt-BR" sz="1200" dirty="0"/>
          </a:p>
          <a:p>
            <a:r>
              <a:rPr lang="pt-BR" sz="1200" dirty="0"/>
              <a:t>Frete:</a:t>
            </a:r>
          </a:p>
          <a:p>
            <a:r>
              <a:rPr lang="pt-BR" sz="1200" dirty="0"/>
              <a:t>Perda:</a:t>
            </a:r>
          </a:p>
          <a:p>
            <a:r>
              <a:rPr lang="pt-BR" sz="1200" dirty="0"/>
              <a:t>Validade da Proposta:</a:t>
            </a:r>
          </a:p>
          <a:p>
            <a:r>
              <a:rPr lang="pt-BR" sz="1200" dirty="0"/>
              <a:t>Prazo de Pagamento:</a:t>
            </a:r>
          </a:p>
          <a:p>
            <a:r>
              <a:rPr lang="pt-BR" sz="1200" dirty="0"/>
              <a:t>Prazo de entrega:</a:t>
            </a:r>
          </a:p>
          <a:p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Informações Adicionais:</a:t>
            </a:r>
          </a:p>
          <a:p>
            <a:r>
              <a:rPr lang="pt-BR" sz="1200" dirty="0"/>
              <a:t>Nome do Orçamentista:</a:t>
            </a:r>
          </a:p>
          <a:p>
            <a:r>
              <a:rPr lang="pt-BR" sz="1200" dirty="0"/>
              <a:t>Telefone do Orçamentista:</a:t>
            </a:r>
          </a:p>
          <a:p>
            <a:r>
              <a:rPr lang="pt-BR" sz="1200" dirty="0"/>
              <a:t>Email do Orçamentista:</a:t>
            </a:r>
          </a:p>
          <a:p>
            <a:r>
              <a:rPr lang="pt-BR" sz="1200" dirty="0"/>
              <a:t>Cargo do Orçamentista:</a:t>
            </a:r>
          </a:p>
          <a:p>
            <a:r>
              <a:rPr lang="pt-BR" sz="1200" dirty="0"/>
              <a:t>Unidade de medida </a:t>
            </a:r>
            <a:r>
              <a:rPr lang="pt-BR" sz="1200" dirty="0" err="1"/>
              <a:t>Orc</a:t>
            </a:r>
            <a:r>
              <a:rPr lang="pt-BR" sz="1200" dirty="0"/>
              <a:t> Etiqueta:</a:t>
            </a:r>
          </a:p>
          <a:p>
            <a:r>
              <a:rPr lang="pt-BR" sz="1200" dirty="0"/>
              <a:t>Unidade de medida </a:t>
            </a:r>
            <a:r>
              <a:rPr lang="pt-BR" sz="1200" dirty="0" err="1"/>
              <a:t>Orc</a:t>
            </a:r>
            <a:r>
              <a:rPr lang="pt-BR" sz="1200" dirty="0"/>
              <a:t> Suprimentos:</a:t>
            </a:r>
          </a:p>
          <a:p>
            <a:r>
              <a:rPr lang="pt-BR" sz="1200" dirty="0"/>
              <a:t>Definir logo cabeçalho: upload da logo</a:t>
            </a:r>
          </a:p>
          <a:p>
            <a:r>
              <a:rPr lang="pt-BR" sz="1200" dirty="0"/>
              <a:t>Definir logo rodapé: upload da logo</a:t>
            </a:r>
          </a:p>
          <a:p>
            <a:r>
              <a:rPr lang="pt-BR" sz="1200" dirty="0"/>
              <a:t>Definir logo master da empresa: upload da logo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E871FF-CC37-8A00-62A2-40C9B81DC39D}"/>
              </a:ext>
            </a:extLst>
          </p:cNvPr>
          <p:cNvSpPr txBox="1"/>
          <p:nvPr/>
        </p:nvSpPr>
        <p:spPr>
          <a:xfrm>
            <a:off x="184728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TELA  </a:t>
            </a:r>
            <a:r>
              <a:rPr lang="pt-BR" sz="1800" dirty="0"/>
              <a:t>MENU -&gt; CADASTROS -&gt;  VALORES NATIVOS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0096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98F5-E669-00A0-37A3-C10DE313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A8A2DFE-3173-FA21-6AD2-90393089A2ED}"/>
              </a:ext>
            </a:extLst>
          </p:cNvPr>
          <p:cNvSpPr/>
          <p:nvPr/>
        </p:nvSpPr>
        <p:spPr>
          <a:xfrm>
            <a:off x="257141" y="409382"/>
            <a:ext cx="9292212" cy="5095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7A92845-47D9-F10B-D6A5-DCEF5199EAC7}"/>
              </a:ext>
            </a:extLst>
          </p:cNvPr>
          <p:cNvSpPr/>
          <p:nvPr/>
        </p:nvSpPr>
        <p:spPr>
          <a:xfrm>
            <a:off x="493591" y="702006"/>
            <a:ext cx="1463040" cy="7589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HISTÓRICO DE VENDAS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EE956F1-8A3F-BE9F-499A-54E5B545874D}"/>
              </a:ext>
            </a:extLst>
          </p:cNvPr>
          <p:cNvSpPr txBox="1"/>
          <p:nvPr/>
        </p:nvSpPr>
        <p:spPr>
          <a:xfrm>
            <a:off x="858982" y="1597892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Nessa tela será possível filtrar os clientes (que já estão cadastrados), e verificar uma lista ordenada das vendas mais recentes para as mais antigas. Agrupadas por número de NF.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80DE73-6648-E176-767F-602FE9BC6B92}"/>
              </a:ext>
            </a:extLst>
          </p:cNvPr>
          <p:cNvSpPr txBox="1"/>
          <p:nvPr/>
        </p:nvSpPr>
        <p:spPr>
          <a:xfrm>
            <a:off x="214359" y="1696"/>
            <a:ext cx="407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TELA  MENU -&gt; HISTÓRICO DE VENDAS</a:t>
            </a:r>
          </a:p>
        </p:txBody>
      </p:sp>
    </p:spTree>
    <p:extLst>
      <p:ext uri="{BB962C8B-B14F-4D97-AF65-F5344CB8AC3E}">
        <p14:creationId xmlns:p14="http://schemas.microsoft.com/office/powerpoint/2010/main" val="4199079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662C1EA-EB8C-2060-7DE0-19CCA905D257}"/>
              </a:ext>
            </a:extLst>
          </p:cNvPr>
          <p:cNvSpPr txBox="1"/>
          <p:nvPr/>
        </p:nvSpPr>
        <p:spPr>
          <a:xfrm>
            <a:off x="320040" y="745236"/>
            <a:ext cx="977493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Regras:</a:t>
            </a:r>
          </a:p>
          <a:p>
            <a:endParaRPr lang="pt-BR" sz="1100" dirty="0"/>
          </a:p>
          <a:p>
            <a:r>
              <a:rPr lang="pt-BR" sz="1100" dirty="0"/>
              <a:t>Para elaborar a “descrição” do item orçado, deverá seguir a seguinte regra.</a:t>
            </a:r>
          </a:p>
          <a:p>
            <a:endParaRPr lang="pt-BR" sz="1100" dirty="0"/>
          </a:p>
          <a:p>
            <a:r>
              <a:rPr lang="pt-BR" sz="1100" dirty="0"/>
              <a:t>Para as etiquetas:</a:t>
            </a:r>
          </a:p>
          <a:p>
            <a:endParaRPr lang="pt-BR" sz="1100" dirty="0"/>
          </a:p>
          <a:p>
            <a:r>
              <a:rPr lang="pt-BR" sz="1100" dirty="0"/>
              <a:t>Concatenar: “Etiqueta ”{nome de exibição </a:t>
            </a:r>
            <a:r>
              <a:rPr lang="pt-BR" sz="1100" dirty="0" err="1"/>
              <a:t>mp</a:t>
            </a:r>
            <a:r>
              <a:rPr lang="pt-BR" sz="1100" dirty="0"/>
              <a:t> ORC}“ ”{nome de exibição faca ORC}“ - Rolo com ”{</a:t>
            </a:r>
            <a:r>
              <a:rPr lang="pt-B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Qtd</a:t>
            </a: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etiquetas por rolo:</a:t>
            </a:r>
            <a:r>
              <a:rPr lang="pt-BR" sz="1100" dirty="0"/>
              <a:t>}“ - ”{nome de exibição tubete ORC} </a:t>
            </a:r>
          </a:p>
          <a:p>
            <a:endParaRPr lang="pt-BR" sz="1100" dirty="0"/>
          </a:p>
          <a:p>
            <a:endParaRPr lang="pt-BR" sz="11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315F56-84B9-D8F1-D2D0-BE89A43D52D2}"/>
              </a:ext>
            </a:extLst>
          </p:cNvPr>
          <p:cNvSpPr txBox="1"/>
          <p:nvPr/>
        </p:nvSpPr>
        <p:spPr>
          <a:xfrm>
            <a:off x="311292" y="2319930"/>
            <a:ext cx="97749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Para Suprimentos: {descrição do item} que foi inserida na tela de orçamento.</a:t>
            </a:r>
          </a:p>
          <a:p>
            <a:endParaRPr lang="pt-BR" sz="1100" dirty="0"/>
          </a:p>
          <a:p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0621270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1989</Words>
  <Application>Microsoft Office PowerPoint</Application>
  <PresentationFormat>Widescreen</PresentationFormat>
  <Paragraphs>358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Gontijo</dc:creator>
  <cp:lastModifiedBy>Daniel Gontijo</cp:lastModifiedBy>
  <cp:revision>1</cp:revision>
  <dcterms:created xsi:type="dcterms:W3CDTF">2026-07-18T17:50:56Z</dcterms:created>
  <dcterms:modified xsi:type="dcterms:W3CDTF">2026-07-18T20:42:52Z</dcterms:modified>
</cp:coreProperties>
</file>